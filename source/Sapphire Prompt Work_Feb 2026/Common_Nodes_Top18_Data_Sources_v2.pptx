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0" r:id="rId2"/>
  </p:sldMasterIdLst>
  <p:notesMasterIdLst>
    <p:notesMasterId r:id="rId12"/>
  </p:notesMasterIdLst>
  <p:sldIdLst>
    <p:sldId id="2147483342" r:id="rId3"/>
    <p:sldId id="262" r:id="rId4"/>
    <p:sldId id="256" r:id="rId5"/>
    <p:sldId id="257" r:id="rId6"/>
    <p:sldId id="258" r:id="rId7"/>
    <p:sldId id="259" r:id="rId8"/>
    <p:sldId id="260" r:id="rId9"/>
    <p:sldId id="261" r:id="rId10"/>
    <p:sldId id="2147483343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437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608"/>
    <p:restoredTop sz="94610"/>
  </p:normalViewPr>
  <p:slideViewPr>
    <p:cSldViewPr snapToGrid="0" snapToObjects="1">
      <p:cViewPr>
        <p:scale>
          <a:sx n="96" d="100"/>
          <a:sy n="96" d="100"/>
        </p:scale>
        <p:origin x="416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1964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9">
          <a:extLst>
            <a:ext uri="{FF2B5EF4-FFF2-40B4-BE49-F238E27FC236}">
              <a16:creationId xmlns:a16="http://schemas.microsoft.com/office/drawing/2014/main" id="{51D91649-0FB5-32CC-4CAE-184DE292B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g33f31afbc34_0_759:notes">
            <a:extLst>
              <a:ext uri="{FF2B5EF4-FFF2-40B4-BE49-F238E27FC236}">
                <a16:creationId xmlns:a16="http://schemas.microsoft.com/office/drawing/2014/main" id="{132AAC8A-58A4-845C-E614-EFAF32DC38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1" name="Google Shape;861;g33f31afbc34_0_759:notes">
            <a:extLst>
              <a:ext uri="{FF2B5EF4-FFF2-40B4-BE49-F238E27FC236}">
                <a16:creationId xmlns:a16="http://schemas.microsoft.com/office/drawing/2014/main" id="{12D53E75-3FBF-8157-C1DA-E3D0ABEE64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tabLst/>
              <a:defRPr/>
            </a:pPr>
            <a:r>
              <a:rPr lang="en-US" sz="1100">
                <a:solidFill>
                  <a:schemeClr val="bg1"/>
                </a:solidFill>
              </a:rPr>
              <a:t>Our goal is to work with the neuroscience community to perfect this model for the benefit of all of us…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">
              <a:solidFill>
                <a:schemeClr val="dk1"/>
              </a:solidFill>
              <a:latin typeface="Helvetica Neue" panose="020B0604020202020204" charset="0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elvetica Neue" panose="020B0604020202020204" charset="0"/>
                <a:ea typeface="Helvetica Neue"/>
                <a:cs typeface="Helvetica Neue"/>
                <a:sym typeface="Helvetica Neue"/>
              </a:rPr>
              <a:t>Join us as we apply our breakthrough platform to</a:t>
            </a:r>
            <a:r>
              <a:rPr lang="en-US">
                <a:solidFill>
                  <a:schemeClr val="dk1"/>
                </a:solidFill>
                <a:latin typeface="Helvetica Neue" panose="020B0604020202020204" charset="0"/>
                <a:ea typeface="Helvetica Neue"/>
                <a:cs typeface="Helvetica Neue"/>
                <a:sym typeface="Helvetica Neue"/>
              </a:rPr>
              <a:t> accelerate the discovery of transformative therapeutics for the hundreds of millions of individuals affected by CNS diseases.</a:t>
            </a:r>
            <a:endParaRPr>
              <a:solidFill>
                <a:schemeClr val="dk1"/>
              </a:solidFill>
              <a:latin typeface="Helvetica Neue" panose="020B0604020202020204" charset="0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  <a:latin typeface="Helvetica Neue" panose="020B060402020202020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6000004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9">
          <a:extLst>
            <a:ext uri="{FF2B5EF4-FFF2-40B4-BE49-F238E27FC236}">
              <a16:creationId xmlns:a16="http://schemas.microsoft.com/office/drawing/2014/main" id="{1AE79635-6CE0-A8D5-4C48-89781061E2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g33f31afbc34_0_759:notes">
            <a:extLst>
              <a:ext uri="{FF2B5EF4-FFF2-40B4-BE49-F238E27FC236}">
                <a16:creationId xmlns:a16="http://schemas.microsoft.com/office/drawing/2014/main" id="{13DBBEC7-A72D-F7FE-24B5-4850E445534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1" name="Google Shape;861;g33f31afbc34_0_759:notes">
            <a:extLst>
              <a:ext uri="{FF2B5EF4-FFF2-40B4-BE49-F238E27FC236}">
                <a16:creationId xmlns:a16="http://schemas.microsoft.com/office/drawing/2014/main" id="{063173BB-14AF-672A-012F-EBF81A1F26D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tabLst/>
              <a:defRPr/>
            </a:pPr>
            <a:r>
              <a:rPr lang="en-US" sz="1100">
                <a:solidFill>
                  <a:schemeClr val="bg1"/>
                </a:solidFill>
              </a:rPr>
              <a:t>Our goal is to work with the neuroscience community to perfect this model for the benefit of all of us…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">
              <a:solidFill>
                <a:schemeClr val="dk1"/>
              </a:solidFill>
              <a:latin typeface="Helvetica Neue" panose="020B0604020202020204" charset="0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elvetica Neue" panose="020B0604020202020204" charset="0"/>
                <a:ea typeface="Helvetica Neue"/>
                <a:cs typeface="Helvetica Neue"/>
                <a:sym typeface="Helvetica Neue"/>
              </a:rPr>
              <a:t>Join us as we apply our breakthrough platform to</a:t>
            </a:r>
            <a:r>
              <a:rPr lang="en-US">
                <a:solidFill>
                  <a:schemeClr val="dk1"/>
                </a:solidFill>
                <a:latin typeface="Helvetica Neue" panose="020B0604020202020204" charset="0"/>
                <a:ea typeface="Helvetica Neue"/>
                <a:cs typeface="Helvetica Neue"/>
                <a:sym typeface="Helvetica Neue"/>
              </a:rPr>
              <a:t> accelerate the discovery of transformative therapeutics for the hundreds of millions of individuals affected by CNS diseases.</a:t>
            </a:r>
            <a:endParaRPr>
              <a:solidFill>
                <a:schemeClr val="dk1"/>
              </a:solidFill>
              <a:latin typeface="Helvetica Neue" panose="020B0604020202020204" charset="0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  <a:latin typeface="Helvetica Neue" panose="020B060402020202020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6310996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iver - White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04ADBB-2942-9EB6-C21C-34BAEB2A73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595" y="1377241"/>
            <a:ext cx="11173096" cy="4631675"/>
          </a:xfrm>
        </p:spPr>
        <p:txBody>
          <a:bodyPr/>
          <a:lstStyle>
            <a:lvl1pPr>
              <a:defRPr>
                <a:latin typeface="Franklin Gothic Book" panose="020B0503020102020204" pitchFamily="34" charset="0"/>
              </a:defRPr>
            </a:lvl1pPr>
            <a:lvl2pPr>
              <a:defRPr>
                <a:latin typeface="Franklin Gothic Book" panose="020B0503020102020204" pitchFamily="34" charset="0"/>
              </a:defRPr>
            </a:lvl2pPr>
            <a:lvl3pPr>
              <a:defRPr>
                <a:latin typeface="Franklin Gothic Book" panose="020B0503020102020204" pitchFamily="34" charset="0"/>
              </a:defRPr>
            </a:lvl3pPr>
            <a:lvl4pPr>
              <a:defRPr>
                <a:latin typeface="Franklin Gothic Book" panose="020B0503020102020204" pitchFamily="34" charset="0"/>
              </a:defRPr>
            </a:lvl4pPr>
            <a:lvl5pPr>
              <a:defRPr>
                <a:latin typeface="Franklin Gothic Book" panose="020B05030201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F5AC641-6439-1EAF-CA7C-1EEB46DA0C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0595" y="314798"/>
            <a:ext cx="11173096" cy="712815"/>
          </a:xfrm>
        </p:spPr>
        <p:txBody>
          <a:bodyPr anchor="b">
            <a:normAutofit/>
          </a:bodyPr>
          <a:lstStyle>
            <a:lvl1pPr algn="l">
              <a:defRPr sz="3200">
                <a:latin typeface="Franklin Gothic Book" panose="020B0503020102020204" pitchFamily="34" charset="0"/>
                <a:cs typeface="Poppins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2" name="Google Shape;71;p17" descr="A white letter on a black background&#10;&#10;AI-generated content may be incorrect.">
            <a:extLst>
              <a:ext uri="{FF2B5EF4-FFF2-40B4-BE49-F238E27FC236}">
                <a16:creationId xmlns:a16="http://schemas.microsoft.com/office/drawing/2014/main" id="{876C2BFF-D0B8-419A-38C1-53EEEC792162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r="89183"/>
          <a:stretch/>
        </p:blipFill>
        <p:spPr>
          <a:xfrm>
            <a:off x="11751336" y="6539971"/>
            <a:ext cx="194769" cy="156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60;p15" descr="A colorful logo with black background&#10;&#10;AI-generated content may be incorrect.">
            <a:extLst>
              <a:ext uri="{FF2B5EF4-FFF2-40B4-BE49-F238E27FC236}">
                <a16:creationId xmlns:a16="http://schemas.microsoft.com/office/drawing/2014/main" id="{DCC02B78-76FF-CF95-B7F1-D635E573F72B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11751325" y="6540349"/>
            <a:ext cx="194776" cy="155851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59;p15">
            <a:extLst>
              <a:ext uri="{FF2B5EF4-FFF2-40B4-BE49-F238E27FC236}">
                <a16:creationId xmlns:a16="http://schemas.microsoft.com/office/drawing/2014/main" id="{981AD905-3D99-A46F-4F58-AECE36DE3CFA}"/>
              </a:ext>
            </a:extLst>
          </p:cNvPr>
          <p:cNvSpPr txBox="1">
            <a:spLocks noGrp="1"/>
          </p:cNvSpPr>
          <p:nvPr>
            <p:ph type="sldNum" idx="4"/>
          </p:nvPr>
        </p:nvSpPr>
        <p:spPr>
          <a:xfrm>
            <a:off x="10951088" y="6463067"/>
            <a:ext cx="762400" cy="31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defTabSz="1219140">
              <a:defRPr/>
            </a:pPr>
            <a:fld id="{00000000-1234-1234-1234-123412341234}" type="slidenum">
              <a:rPr lang="en" smtClean="0">
                <a:solidFill>
                  <a:srgbClr val="0B0A2B"/>
                </a:solidFill>
              </a:rPr>
              <a:pPr defTabSz="1219140">
                <a:defRPr/>
              </a:pPr>
              <a:t>‹#›</a:t>
            </a:fld>
            <a:endParaRPr lang="en">
              <a:solidFill>
                <a:srgbClr val="0B0A2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38858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bg>
      <p:bgPr>
        <a:solidFill>
          <a:schemeClr val="lt1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/>
          </a:p>
        </p:txBody>
      </p:sp>
      <p:sp>
        <p:nvSpPr>
          <p:cNvPr id="55" name="Google Shape;55;p14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2490883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>
  <p:cSld name="Custom Layout 1">
    <p:bg>
      <p:bgPr>
        <a:solidFill>
          <a:srgbClr val="FCF8FF">
            <a:alpha val="80000"/>
          </a:srgbClr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>
            <a:spLocks noGrp="1"/>
          </p:cNvSpPr>
          <p:nvPr>
            <p:ph type="title"/>
          </p:nvPr>
        </p:nvSpPr>
        <p:spPr>
          <a:xfrm>
            <a:off x="2224932" y="172312"/>
            <a:ext cx="97212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45700" rIns="91425" bIns="45700" anchor="ctr" anchorCtr="0">
            <a:noAutofit/>
          </a:bodyPr>
          <a:lstStyle>
            <a:lvl1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/>
          </a:p>
        </p:txBody>
      </p:sp>
      <p:sp>
        <p:nvSpPr>
          <p:cNvPr id="59" name="Google Shape;59;p15"/>
          <p:cNvSpPr txBox="1">
            <a:spLocks noGrp="1"/>
          </p:cNvSpPr>
          <p:nvPr>
            <p:ph type="sldNum" idx="12"/>
          </p:nvPr>
        </p:nvSpPr>
        <p:spPr>
          <a:xfrm>
            <a:off x="10951088" y="6463067"/>
            <a:ext cx="762400" cy="31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60" name="Google Shape;60;p15" descr="A colorful logo with black background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751325" y="6540349"/>
            <a:ext cx="194776" cy="155851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5"/>
          <p:cNvSpPr txBox="1"/>
          <p:nvPr/>
        </p:nvSpPr>
        <p:spPr>
          <a:xfrm>
            <a:off x="133633" y="6463067"/>
            <a:ext cx="1439600" cy="3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546997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11">
          <p15:clr>
            <a:srgbClr val="E46962"/>
          </p15:clr>
        </p15:guide>
        <p15:guide id="2" pos="5644">
          <p15:clr>
            <a:srgbClr val="E46962"/>
          </p15:clr>
        </p15:guide>
        <p15:guide id="3" orient="horz" pos="3008">
          <p15:clr>
            <a:srgbClr val="E46962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2">
  <p:cSld name="Custom Layout 2">
    <p:bg>
      <p:bgPr>
        <a:solidFill>
          <a:schemeClr val="dk1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 txBox="1">
            <a:spLocks noGrp="1"/>
          </p:cNvSpPr>
          <p:nvPr>
            <p:ph type="title"/>
          </p:nvPr>
        </p:nvSpPr>
        <p:spPr>
          <a:xfrm>
            <a:off x="2224932" y="172312"/>
            <a:ext cx="97212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45700" rIns="91425" bIns="45700" anchor="ctr" anchorCtr="0">
            <a:noAutofit/>
          </a:bodyPr>
          <a:lstStyle>
            <a:lvl1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oppins Medium"/>
              <a:buNone/>
              <a:defRPr sz="16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oppins Medium"/>
              <a:buNone/>
              <a:defRPr sz="16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oppins Medium"/>
              <a:buNone/>
              <a:defRPr sz="16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oppins Medium"/>
              <a:buNone/>
              <a:defRPr sz="16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oppins Medium"/>
              <a:buNone/>
              <a:defRPr sz="16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oppins Medium"/>
              <a:buNone/>
              <a:defRPr sz="16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oppins Medium"/>
              <a:buNone/>
              <a:defRPr sz="16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oppins Medium"/>
              <a:buNone/>
              <a:defRPr sz="16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10951088" y="6463067"/>
            <a:ext cx="762400" cy="31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65" name="Google Shape;65;p16" descr="A colorful logo with black background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751325" y="6540349"/>
            <a:ext cx="194776" cy="155851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6"/>
          <p:cNvSpPr txBox="1"/>
          <p:nvPr/>
        </p:nvSpPr>
        <p:spPr>
          <a:xfrm>
            <a:off x="133633" y="6463067"/>
            <a:ext cx="1439600" cy="3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>
              <a:solidFill>
                <a:schemeClr val="tx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36887115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11">
          <p15:clr>
            <a:srgbClr val="E46962"/>
          </p15:clr>
        </p15:guide>
        <p15:guide id="2" pos="5644">
          <p15:clr>
            <a:srgbClr val="E46962"/>
          </p15:clr>
        </p15:guide>
        <p15:guide id="3" orient="horz" pos="3008">
          <p15:clr>
            <a:srgbClr val="E46962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1_Title slide">
    <p:bg>
      <p:bgPr>
        <a:solidFill>
          <a:schemeClr val="lt1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/>
          </a:p>
        </p:txBody>
      </p:sp>
      <p:sp>
        <p:nvSpPr>
          <p:cNvPr id="55" name="Google Shape;55;p14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682004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1_Title slide">
    <p:bg>
      <p:bgPr>
        <a:solidFill>
          <a:schemeClr val="lt1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/>
          </a:p>
        </p:txBody>
      </p:sp>
      <p:sp>
        <p:nvSpPr>
          <p:cNvPr id="55" name="Google Shape;55;p14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5034737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2">
  <p:cSld name="1_Custom Layout 2">
    <p:bg>
      <p:bgPr>
        <a:solidFill>
          <a:schemeClr val="dk1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 txBox="1">
            <a:spLocks noGrp="1"/>
          </p:cNvSpPr>
          <p:nvPr>
            <p:ph type="title"/>
          </p:nvPr>
        </p:nvSpPr>
        <p:spPr>
          <a:xfrm>
            <a:off x="2224932" y="172312"/>
            <a:ext cx="97212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45700" rIns="91425" bIns="45700" anchor="ctr" anchorCtr="0">
            <a:noAutofit/>
          </a:bodyPr>
          <a:lstStyle>
            <a:lvl1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oppins Medium"/>
              <a:buNone/>
              <a:defRPr sz="16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oppins Medium"/>
              <a:buNone/>
              <a:defRPr sz="16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oppins Medium"/>
              <a:buNone/>
              <a:defRPr sz="16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oppins Medium"/>
              <a:buNone/>
              <a:defRPr sz="16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oppins Medium"/>
              <a:buNone/>
              <a:defRPr sz="16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oppins Medium"/>
              <a:buNone/>
              <a:defRPr sz="16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oppins Medium"/>
              <a:buNone/>
              <a:defRPr sz="16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oppins Medium"/>
              <a:buNone/>
              <a:defRPr sz="16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10951088" y="6463067"/>
            <a:ext cx="762400" cy="31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65" name="Google Shape;65;p16" descr="A colorful logo with black background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751325" y="6540349"/>
            <a:ext cx="194776" cy="155851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6"/>
          <p:cNvSpPr txBox="1"/>
          <p:nvPr/>
        </p:nvSpPr>
        <p:spPr>
          <a:xfrm>
            <a:off x="133633" y="6463067"/>
            <a:ext cx="1439600" cy="3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>
              <a:solidFill>
                <a:schemeClr val="bg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22149077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11">
          <p15:clr>
            <a:srgbClr val="E46962"/>
          </p15:clr>
        </p15:guide>
        <p15:guide id="2" pos="5644">
          <p15:clr>
            <a:srgbClr val="E46962"/>
          </p15:clr>
        </p15:guide>
        <p15:guide id="3" orient="horz" pos="3008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 userDrawn="1">
  <p:cSld name="1_Custom Layout 1">
    <p:bg>
      <p:bgPr>
        <a:solidFill>
          <a:schemeClr val="bg1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>
            <a:spLocks noGrp="1"/>
          </p:cNvSpPr>
          <p:nvPr>
            <p:ph type="title"/>
          </p:nvPr>
        </p:nvSpPr>
        <p:spPr>
          <a:xfrm>
            <a:off x="1444284" y="337316"/>
            <a:ext cx="6498187" cy="426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45700" rIns="91425" bIns="45700" anchor="ctr" anchorCtr="0">
            <a:noAutofit/>
          </a:bodyPr>
          <a:lstStyle>
            <a:lvl1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tx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9" name="Google Shape;59;p15"/>
          <p:cNvSpPr txBox="1">
            <a:spLocks noGrp="1"/>
          </p:cNvSpPr>
          <p:nvPr>
            <p:ph type="sldNum" idx="12"/>
          </p:nvPr>
        </p:nvSpPr>
        <p:spPr>
          <a:xfrm>
            <a:off x="10951088" y="6463067"/>
            <a:ext cx="762400" cy="31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60" name="Google Shape;60;p15" descr="A colorful logo with black background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751325" y="6540349"/>
            <a:ext cx="194776" cy="155851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5"/>
          <p:cNvSpPr txBox="1">
            <a:spLocks noChangeAspect="1"/>
          </p:cNvSpPr>
          <p:nvPr/>
        </p:nvSpPr>
        <p:spPr>
          <a:xfrm>
            <a:off x="133634" y="6463067"/>
            <a:ext cx="2937711" cy="3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C0B47534-CEEA-B0A2-1F01-6874548A6EC5}"/>
              </a:ext>
            </a:extLst>
          </p:cNvPr>
          <p:cNvSpPr>
            <a:spLocks noGrp="1" noChangeAspect="1"/>
          </p:cNvSpPr>
          <p:nvPr>
            <p:ph type="body" idx="14"/>
          </p:nvPr>
        </p:nvSpPr>
        <p:spPr>
          <a:xfrm>
            <a:off x="282715" y="990600"/>
            <a:ext cx="11430775" cy="28882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333">
                <a:solidFill>
                  <a:schemeClr val="tx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178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7588B-69E1-FBC3-B0E1-F376867B240D}"/>
              </a:ext>
            </a:extLst>
          </p:cNvPr>
          <p:cNvSpPr txBox="1">
            <a:spLocks/>
          </p:cNvSpPr>
          <p:nvPr userDrawn="1"/>
        </p:nvSpPr>
        <p:spPr>
          <a:xfrm>
            <a:off x="234951" y="347002"/>
            <a:ext cx="1209333" cy="40719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400" kern="1200">
                <a:solidFill>
                  <a:schemeClr val="bg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067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3D3F85A6-4EA7-2673-E0C3-3779EFDEE6F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34951" y="347133"/>
            <a:ext cx="1195916" cy="406400"/>
          </a:xfrm>
          <a:prstGeom prst="roundRect">
            <a:avLst>
              <a:gd name="adj" fmla="val 14493"/>
            </a:avLst>
          </a:prstGeom>
          <a:noFill/>
          <a:ln>
            <a:solidFill>
              <a:srgbClr val="7300BF"/>
            </a:solidFill>
          </a:ln>
        </p:spPr>
        <p:txBody>
          <a:bodyPr anchor="ctr">
            <a:noAutofit/>
          </a:bodyPr>
          <a:lstStyle>
            <a:lvl1pPr algn="ctr">
              <a:defRPr sz="1067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675F6A8-F7E1-6453-0503-FD7B84F0BDDD}"/>
              </a:ext>
            </a:extLst>
          </p:cNvPr>
          <p:cNvSpPr>
            <a:spLocks noGrp="1" noChangeAspect="1"/>
          </p:cNvSpPr>
          <p:nvPr>
            <p:ph idx="1"/>
          </p:nvPr>
        </p:nvSpPr>
        <p:spPr>
          <a:xfrm>
            <a:off x="402872" y="1397002"/>
            <a:ext cx="11338560" cy="4854004"/>
          </a:xfrm>
          <a:prstGeom prst="rect">
            <a:avLst/>
          </a:prstGeom>
        </p:spPr>
        <p:txBody>
          <a:bodyPr/>
          <a:lstStyle>
            <a:lvl1pPr marL="3048" indent="0">
              <a:lnSpc>
                <a:spcPct val="110000"/>
              </a:lnSpc>
              <a:spcBef>
                <a:spcPts val="533"/>
              </a:spcBef>
              <a:buClr>
                <a:schemeClr val="bg2"/>
              </a:buClr>
              <a:buFont typeface="Poppins" panose="00000500000000000000" pitchFamily="2" charset="0"/>
              <a:buNone/>
              <a:defRPr sz="1333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309019" indent="-228589">
              <a:lnSpc>
                <a:spcPct val="110000"/>
              </a:lnSpc>
              <a:spcBef>
                <a:spcPts val="533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1333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29140" indent="-228589">
              <a:lnSpc>
                <a:spcPct val="110000"/>
              </a:lnSpc>
              <a:spcBef>
                <a:spcPts val="533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tabLst>
                <a:tab pos="529140" algn="l"/>
              </a:tabLst>
              <a:defRPr sz="12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759846" indent="-228589">
              <a:lnSpc>
                <a:spcPct val="110000"/>
              </a:lnSpc>
              <a:spcBef>
                <a:spcPts val="533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1067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988434" indent="-228589">
              <a:lnSpc>
                <a:spcPct val="110000"/>
              </a:lnSpc>
              <a:spcBef>
                <a:spcPts val="533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933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Google Shape;61;p15">
            <a:extLst>
              <a:ext uri="{FF2B5EF4-FFF2-40B4-BE49-F238E27FC236}">
                <a16:creationId xmlns:a16="http://schemas.microsoft.com/office/drawing/2014/main" id="{D91BDDC8-491D-D545-729B-59991F1C17BF}"/>
              </a:ext>
            </a:extLst>
          </p:cNvPr>
          <p:cNvSpPr txBox="1">
            <a:spLocks noChangeAspect="1"/>
          </p:cNvSpPr>
          <p:nvPr userDrawn="1"/>
        </p:nvSpPr>
        <p:spPr>
          <a:xfrm>
            <a:off x="930" y="6386357"/>
            <a:ext cx="4371164" cy="41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2533" tIns="162533" rIns="162533" bIns="162533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Confidential</a:t>
            </a:r>
            <a:endParaRPr sz="933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6260664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644">
          <p15:clr>
            <a:srgbClr val="E46962"/>
          </p15:clr>
        </p15:guide>
        <p15:guide id="3" orient="horz" pos="468">
          <p15:clr>
            <a:srgbClr val="E46962"/>
          </p15:clr>
        </p15:guide>
        <p15:guide id="4" orient="horz" pos="2988">
          <p15:clr>
            <a:srgbClr val="FBAE40"/>
          </p15:clr>
        </p15:guide>
        <p15:guide id="6" pos="2928">
          <p15:clr>
            <a:srgbClr val="FBAE40"/>
          </p15:clr>
        </p15:guide>
        <p15:guide id="7" pos="3024">
          <p15:clr>
            <a:srgbClr val="FBAE40"/>
          </p15:clr>
        </p15:guide>
        <p15:guide id="8" pos="96">
          <p15:clr>
            <a:srgbClr val="FBAE40"/>
          </p15:clr>
        </p15:guide>
        <p15:guide id="9" pos="19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1_Title slide">
    <p:bg>
      <p:bgPr>
        <a:solidFill>
          <a:schemeClr val="lt1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/>
          </a:p>
        </p:txBody>
      </p:sp>
      <p:sp>
        <p:nvSpPr>
          <p:cNvPr id="55" name="Google Shape;55;p14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5101286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1_Title slide">
    <p:bg>
      <p:bgPr>
        <a:solidFill>
          <a:schemeClr val="lt1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/>
          </a:p>
        </p:txBody>
      </p:sp>
      <p:sp>
        <p:nvSpPr>
          <p:cNvPr id="55" name="Google Shape;55;p14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2571793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>
  <p:cSld name="1_Custom Layout 1">
    <p:bg>
      <p:bgPr>
        <a:solidFill>
          <a:srgbClr val="FCF8FF">
            <a:alpha val="80000"/>
          </a:srgbClr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>
            <a:spLocks noGrp="1"/>
          </p:cNvSpPr>
          <p:nvPr>
            <p:ph type="title"/>
          </p:nvPr>
        </p:nvSpPr>
        <p:spPr>
          <a:xfrm>
            <a:off x="2224932" y="172312"/>
            <a:ext cx="97212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45700" rIns="91425" bIns="45700" anchor="ctr" anchorCtr="0">
            <a:noAutofit/>
          </a:bodyPr>
          <a:lstStyle>
            <a:lvl1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/>
          </a:p>
        </p:txBody>
      </p:sp>
      <p:sp>
        <p:nvSpPr>
          <p:cNvPr id="59" name="Google Shape;59;p15"/>
          <p:cNvSpPr txBox="1">
            <a:spLocks noGrp="1"/>
          </p:cNvSpPr>
          <p:nvPr>
            <p:ph type="sldNum" idx="12"/>
          </p:nvPr>
        </p:nvSpPr>
        <p:spPr>
          <a:xfrm>
            <a:off x="10951088" y="6463067"/>
            <a:ext cx="762400" cy="31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60" name="Google Shape;60;p15" descr="A colorful logo with black background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751325" y="6540349"/>
            <a:ext cx="194776" cy="155851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5"/>
          <p:cNvSpPr txBox="1"/>
          <p:nvPr/>
        </p:nvSpPr>
        <p:spPr>
          <a:xfrm>
            <a:off x="133633" y="6463067"/>
            <a:ext cx="1439600" cy="3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Confidential</a:t>
            </a:r>
            <a:endParaRPr sz="933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5474301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11">
          <p15:clr>
            <a:srgbClr val="E46962"/>
          </p15:clr>
        </p15:guide>
        <p15:guide id="2" pos="5644">
          <p15:clr>
            <a:srgbClr val="E46962"/>
          </p15:clr>
        </p15:guide>
        <p15:guide id="3" orient="horz" pos="3008">
          <p15:clr>
            <a:srgbClr val="E46962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 userDrawn="1">
  <p:cSld name="1_Custom Layout 1">
    <p:bg>
      <p:bgPr>
        <a:solidFill>
          <a:schemeClr val="bg1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>
            <a:spLocks noGrp="1"/>
          </p:cNvSpPr>
          <p:nvPr>
            <p:ph type="title"/>
          </p:nvPr>
        </p:nvSpPr>
        <p:spPr>
          <a:xfrm>
            <a:off x="1444284" y="337316"/>
            <a:ext cx="6498187" cy="426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45700" rIns="91425" bIns="45700" anchor="ctr" anchorCtr="0">
            <a:noAutofit/>
          </a:bodyPr>
          <a:lstStyle>
            <a:lvl1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tx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9" name="Google Shape;59;p15"/>
          <p:cNvSpPr txBox="1">
            <a:spLocks noGrp="1"/>
          </p:cNvSpPr>
          <p:nvPr>
            <p:ph type="sldNum" idx="12"/>
          </p:nvPr>
        </p:nvSpPr>
        <p:spPr>
          <a:xfrm>
            <a:off x="10951088" y="6463067"/>
            <a:ext cx="762400" cy="31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60" name="Google Shape;60;p15" descr="A colorful logo with black background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751325" y="6540349"/>
            <a:ext cx="194776" cy="155851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5"/>
          <p:cNvSpPr txBox="1">
            <a:spLocks noChangeAspect="1"/>
          </p:cNvSpPr>
          <p:nvPr/>
        </p:nvSpPr>
        <p:spPr>
          <a:xfrm>
            <a:off x="133634" y="6463067"/>
            <a:ext cx="2937711" cy="3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C0B47534-CEEA-B0A2-1F01-6874548A6EC5}"/>
              </a:ext>
            </a:extLst>
          </p:cNvPr>
          <p:cNvSpPr>
            <a:spLocks noGrp="1" noChangeAspect="1"/>
          </p:cNvSpPr>
          <p:nvPr>
            <p:ph type="body" idx="14"/>
          </p:nvPr>
        </p:nvSpPr>
        <p:spPr>
          <a:xfrm>
            <a:off x="282715" y="990600"/>
            <a:ext cx="11430775" cy="28882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333">
                <a:solidFill>
                  <a:schemeClr val="tx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178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7588B-69E1-FBC3-B0E1-F376867B240D}"/>
              </a:ext>
            </a:extLst>
          </p:cNvPr>
          <p:cNvSpPr txBox="1">
            <a:spLocks/>
          </p:cNvSpPr>
          <p:nvPr userDrawn="1"/>
        </p:nvSpPr>
        <p:spPr>
          <a:xfrm>
            <a:off x="234951" y="347002"/>
            <a:ext cx="1209333" cy="40719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400" kern="1200">
                <a:solidFill>
                  <a:schemeClr val="bg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067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3D3F85A6-4EA7-2673-E0C3-3779EFDEE6F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34951" y="347133"/>
            <a:ext cx="1195916" cy="406400"/>
          </a:xfrm>
          <a:prstGeom prst="roundRect">
            <a:avLst>
              <a:gd name="adj" fmla="val 14493"/>
            </a:avLst>
          </a:prstGeom>
          <a:noFill/>
          <a:ln>
            <a:solidFill>
              <a:srgbClr val="7300BF"/>
            </a:solidFill>
          </a:ln>
        </p:spPr>
        <p:txBody>
          <a:bodyPr anchor="ctr">
            <a:noAutofit/>
          </a:bodyPr>
          <a:lstStyle>
            <a:lvl1pPr algn="ctr">
              <a:defRPr sz="1067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675F6A8-F7E1-6453-0503-FD7B84F0BDDD}"/>
              </a:ext>
            </a:extLst>
          </p:cNvPr>
          <p:cNvSpPr>
            <a:spLocks noGrp="1" noChangeAspect="1"/>
          </p:cNvSpPr>
          <p:nvPr>
            <p:ph idx="1"/>
          </p:nvPr>
        </p:nvSpPr>
        <p:spPr>
          <a:xfrm>
            <a:off x="402872" y="1397002"/>
            <a:ext cx="11338560" cy="4854004"/>
          </a:xfrm>
          <a:prstGeom prst="rect">
            <a:avLst/>
          </a:prstGeom>
        </p:spPr>
        <p:txBody>
          <a:bodyPr/>
          <a:lstStyle>
            <a:lvl1pPr marL="3048" indent="0">
              <a:lnSpc>
                <a:spcPct val="110000"/>
              </a:lnSpc>
              <a:spcBef>
                <a:spcPts val="533"/>
              </a:spcBef>
              <a:buClr>
                <a:schemeClr val="bg2"/>
              </a:buClr>
              <a:buFont typeface="Poppins" panose="00000500000000000000" pitchFamily="2" charset="0"/>
              <a:buNone/>
              <a:defRPr sz="1333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309019" indent="-228589">
              <a:lnSpc>
                <a:spcPct val="110000"/>
              </a:lnSpc>
              <a:spcBef>
                <a:spcPts val="533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1333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29140" indent="-228589">
              <a:lnSpc>
                <a:spcPct val="110000"/>
              </a:lnSpc>
              <a:spcBef>
                <a:spcPts val="533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tabLst>
                <a:tab pos="529140" algn="l"/>
              </a:tabLst>
              <a:defRPr sz="12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759846" indent="-228589">
              <a:lnSpc>
                <a:spcPct val="110000"/>
              </a:lnSpc>
              <a:spcBef>
                <a:spcPts val="533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1067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988434" indent="-228589">
              <a:lnSpc>
                <a:spcPct val="110000"/>
              </a:lnSpc>
              <a:spcBef>
                <a:spcPts val="533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933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Google Shape;61;p15">
            <a:extLst>
              <a:ext uri="{FF2B5EF4-FFF2-40B4-BE49-F238E27FC236}">
                <a16:creationId xmlns:a16="http://schemas.microsoft.com/office/drawing/2014/main" id="{D91BDDC8-491D-D545-729B-59991F1C17BF}"/>
              </a:ext>
            </a:extLst>
          </p:cNvPr>
          <p:cNvSpPr txBox="1">
            <a:spLocks noChangeAspect="1"/>
          </p:cNvSpPr>
          <p:nvPr userDrawn="1"/>
        </p:nvSpPr>
        <p:spPr>
          <a:xfrm>
            <a:off x="930" y="6386357"/>
            <a:ext cx="4371164" cy="41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2533" tIns="162533" rIns="162533" bIns="162533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Proprietary and Confidential</a:t>
            </a:r>
            <a:br>
              <a:rPr lang="en-US"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© 2025 Quiver Bioscience Inc.  All Rights Reserved</a:t>
            </a:r>
            <a:endParaRPr sz="933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9213808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644">
          <p15:clr>
            <a:srgbClr val="E46962"/>
          </p15:clr>
        </p15:guide>
        <p15:guide id="3" orient="horz" pos="468">
          <p15:clr>
            <a:srgbClr val="E46962"/>
          </p15:clr>
        </p15:guide>
        <p15:guide id="4" orient="horz" pos="2988">
          <p15:clr>
            <a:srgbClr val="FBAE40"/>
          </p15:clr>
        </p15:guide>
        <p15:guide id="6" pos="2928">
          <p15:clr>
            <a:srgbClr val="FBAE40"/>
          </p15:clr>
        </p15:guide>
        <p15:guide id="7" pos="3024">
          <p15:clr>
            <a:srgbClr val="FBAE40"/>
          </p15:clr>
        </p15:guide>
        <p15:guide id="8" pos="96">
          <p15:clr>
            <a:srgbClr val="FBAE40"/>
          </p15:clr>
        </p15:guide>
        <p15:guide id="9" pos="192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1_Title slide">
    <p:bg>
      <p:bgPr>
        <a:solidFill>
          <a:schemeClr val="lt1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/>
          </a:p>
        </p:txBody>
      </p:sp>
      <p:sp>
        <p:nvSpPr>
          <p:cNvPr id="55" name="Google Shape;55;p14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8749041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>
  <p:cSld name="1_Custom Layout 1">
    <p:bg>
      <p:bgPr>
        <a:solidFill>
          <a:srgbClr val="FCF8FF">
            <a:alpha val="80000"/>
          </a:srgbClr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>
            <a:spLocks noGrp="1"/>
          </p:cNvSpPr>
          <p:nvPr>
            <p:ph type="title"/>
          </p:nvPr>
        </p:nvSpPr>
        <p:spPr>
          <a:xfrm>
            <a:off x="2224932" y="172312"/>
            <a:ext cx="97212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45700" rIns="91425" bIns="45700" anchor="ctr" anchorCtr="0">
            <a:noAutofit/>
          </a:bodyPr>
          <a:lstStyle>
            <a:lvl1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/>
          </a:p>
        </p:txBody>
      </p:sp>
      <p:sp>
        <p:nvSpPr>
          <p:cNvPr id="59" name="Google Shape;59;p15"/>
          <p:cNvSpPr txBox="1">
            <a:spLocks noGrp="1"/>
          </p:cNvSpPr>
          <p:nvPr>
            <p:ph type="sldNum" idx="12"/>
          </p:nvPr>
        </p:nvSpPr>
        <p:spPr>
          <a:xfrm>
            <a:off x="10951088" y="6463067"/>
            <a:ext cx="762400" cy="31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60" name="Google Shape;60;p15" descr="A colorful logo with black background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751325" y="6540349"/>
            <a:ext cx="194776" cy="155851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5"/>
          <p:cNvSpPr txBox="1"/>
          <p:nvPr/>
        </p:nvSpPr>
        <p:spPr>
          <a:xfrm>
            <a:off x="133633" y="6463067"/>
            <a:ext cx="1439600" cy="3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Confidential</a:t>
            </a:r>
            <a:endParaRPr sz="933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7342847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11">
          <p15:clr>
            <a:srgbClr val="E46962"/>
          </p15:clr>
        </p15:guide>
        <p15:guide id="2" pos="5644">
          <p15:clr>
            <a:srgbClr val="E46962"/>
          </p15:clr>
        </p15:guide>
        <p15:guide id="3" orient="horz" pos="30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3">
  <p:cSld name="Custom Layout 3">
    <p:bg>
      <p:bgPr>
        <a:gradFill>
          <a:gsLst>
            <a:gs pos="0">
              <a:schemeClr val="dk2"/>
            </a:gs>
            <a:gs pos="50000">
              <a:schemeClr val="accent2"/>
            </a:gs>
            <a:gs pos="100000">
              <a:schemeClr val="accent5"/>
            </a:gs>
          </a:gsLst>
          <a:lin ang="0" scaled="0"/>
        </a:gradFill>
        <a:effectLst/>
      </p:bgPr>
    </p:bg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7" descr="A colorful logo with black background&#10;&#10;AI-generated content may be incorrect."/>
          <p:cNvPicPr preferRelativeResize="0"/>
          <p:nvPr/>
        </p:nvPicPr>
        <p:blipFill rotWithShape="1">
          <a:blip r:embed="rId2">
            <a:alphaModFix amt="28000"/>
          </a:blip>
          <a:srcRect l="25827" t="5879" r="14538" b="33444"/>
          <a:stretch/>
        </p:blipFill>
        <p:spPr>
          <a:xfrm>
            <a:off x="2" y="2"/>
            <a:ext cx="8425833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7"/>
          <p:cNvSpPr txBox="1">
            <a:spLocks noGrp="1"/>
          </p:cNvSpPr>
          <p:nvPr>
            <p:ph type="sldNum" idx="12"/>
          </p:nvPr>
        </p:nvSpPr>
        <p:spPr>
          <a:xfrm>
            <a:off x="10951088" y="6463067"/>
            <a:ext cx="762400" cy="31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70" name="Google Shape;70;p17"/>
          <p:cNvSpPr txBox="1"/>
          <p:nvPr/>
        </p:nvSpPr>
        <p:spPr>
          <a:xfrm>
            <a:off x="133633" y="6463067"/>
            <a:ext cx="1439600" cy="3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33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Confidential</a:t>
            </a:r>
            <a:endParaRPr sz="933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71" name="Google Shape;71;p17" descr="A white letter on a black background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 r="89183"/>
          <a:stretch/>
        </p:blipFill>
        <p:spPr>
          <a:xfrm>
            <a:off x="11751334" y="6539971"/>
            <a:ext cx="194769" cy="15658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635146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11">
          <p15:clr>
            <a:srgbClr val="E46962"/>
          </p15:clr>
        </p15:guide>
        <p15:guide id="2" pos="5644">
          <p15:clr>
            <a:srgbClr val="E46962"/>
          </p15:clr>
        </p15:guide>
        <p15:guide id="3" orient="horz" pos="30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4">
  <p:cSld name="Custom Layout 4">
    <p:bg>
      <p:bgPr>
        <a:gradFill>
          <a:gsLst>
            <a:gs pos="0">
              <a:schemeClr val="dk2"/>
            </a:gs>
            <a:gs pos="50000">
              <a:schemeClr val="accent2"/>
            </a:gs>
            <a:gs pos="100000">
              <a:schemeClr val="accent5"/>
            </a:gs>
          </a:gsLst>
          <a:lin ang="2698631" scaled="0"/>
        </a:gradFill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>
            <a:spLocks noGrp="1"/>
          </p:cNvSpPr>
          <p:nvPr>
            <p:ph type="sldNum" idx="12"/>
          </p:nvPr>
        </p:nvSpPr>
        <p:spPr>
          <a:xfrm>
            <a:off x="10951088" y="6463067"/>
            <a:ext cx="762400" cy="31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74" name="Google Shape;74;p18"/>
          <p:cNvSpPr txBox="1"/>
          <p:nvPr/>
        </p:nvSpPr>
        <p:spPr>
          <a:xfrm>
            <a:off x="133633" y="6463067"/>
            <a:ext cx="1439600" cy="3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33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Confidential</a:t>
            </a:r>
            <a:endParaRPr sz="933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75" name="Google Shape;75;p18" descr="A white letter on a black background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 r="89183"/>
          <a:stretch/>
        </p:blipFill>
        <p:spPr>
          <a:xfrm>
            <a:off x="11751334" y="6539971"/>
            <a:ext cx="194769" cy="156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8" descr="A colorful logo with black background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 l="25827" t="5879" r="14538" b="33444"/>
          <a:stretch/>
        </p:blipFill>
        <p:spPr>
          <a:xfrm>
            <a:off x="2" y="2"/>
            <a:ext cx="8425833" cy="68579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05431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11">
          <p15:clr>
            <a:srgbClr val="E46962"/>
          </p15:clr>
        </p15:guide>
        <p15:guide id="2" pos="5644">
          <p15:clr>
            <a:srgbClr val="E46962"/>
          </p15:clr>
        </p15:guide>
        <p15:guide id="3" orient="horz" pos="3008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1">
  <p:cSld name="Custom Layout 1 1">
    <p:bg>
      <p:bgPr>
        <a:solidFill>
          <a:srgbClr val="FCF8FF">
            <a:alpha val="80000"/>
          </a:srgbClr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9"/>
          <p:cNvSpPr txBox="1">
            <a:spLocks noGrp="1"/>
          </p:cNvSpPr>
          <p:nvPr>
            <p:ph type="title"/>
          </p:nvPr>
        </p:nvSpPr>
        <p:spPr>
          <a:xfrm>
            <a:off x="2224932" y="172312"/>
            <a:ext cx="97212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34275" rIns="68575" bIns="34275" anchor="ctr" anchorCtr="0">
            <a:noAutofit/>
          </a:bodyPr>
          <a:lstStyle>
            <a:lvl1pPr marR="0"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9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/>
          </a:p>
        </p:txBody>
      </p:sp>
      <p:sp>
        <p:nvSpPr>
          <p:cNvPr id="79" name="Google Shape;79;p19"/>
          <p:cNvSpPr txBox="1">
            <a:spLocks noGrp="1"/>
          </p:cNvSpPr>
          <p:nvPr>
            <p:ph type="sldNum" idx="12"/>
          </p:nvPr>
        </p:nvSpPr>
        <p:spPr>
          <a:xfrm>
            <a:off x="10951088" y="6463067"/>
            <a:ext cx="762400" cy="3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80" name="Google Shape;80;p19" descr="A colorful logo with black background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751325" y="6540349"/>
            <a:ext cx="194776" cy="155851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9"/>
          <p:cNvSpPr txBox="1"/>
          <p:nvPr/>
        </p:nvSpPr>
        <p:spPr>
          <a:xfrm>
            <a:off x="133633" y="6463067"/>
            <a:ext cx="1439600" cy="3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Poppins"/>
              <a:buNone/>
            </a:pPr>
            <a:r>
              <a:rPr lang="en" sz="9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Confidential</a:t>
            </a:r>
            <a:endParaRPr sz="933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37010439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3">
          <p15:clr>
            <a:srgbClr val="E46962"/>
          </p15:clr>
        </p15:guide>
        <p15:guide id="2" pos="4233">
          <p15:clr>
            <a:srgbClr val="E46962"/>
          </p15:clr>
        </p15:guide>
        <p15:guide id="3" orient="horz" pos="2256">
          <p15:clr>
            <a:srgbClr val="E46962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iver - White Title and Content">
  <p:cSld name="1_Quiver - White Title and Content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0"/>
          <p:cNvSpPr txBox="1">
            <a:spLocks noGrp="1"/>
          </p:cNvSpPr>
          <p:nvPr>
            <p:ph type="body" idx="1"/>
          </p:nvPr>
        </p:nvSpPr>
        <p:spPr>
          <a:xfrm>
            <a:off x="400595" y="1377239"/>
            <a:ext cx="11173200" cy="46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609570" lvl="0" indent="-482576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  <a:defRPr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1219140" lvl="1" indent="-45717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1828709" lvl="2" indent="-431779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2438278" lvl="3" indent="-423312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3047848" lvl="4" indent="-423312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3657418" lvl="5" indent="-423312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4266987" lvl="6" indent="-423312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4876557" lvl="7" indent="-423312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5486126" lvl="8" indent="-423312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4" name="Google Shape;84;p20"/>
          <p:cNvSpPr txBox="1">
            <a:spLocks noGrp="1"/>
          </p:cNvSpPr>
          <p:nvPr>
            <p:ph type="sldNum" idx="12"/>
          </p:nvPr>
        </p:nvSpPr>
        <p:spPr>
          <a:xfrm>
            <a:off x="11353800" y="6265555"/>
            <a:ext cx="4880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0" lvl="0" indent="0" algn="r">
              <a:spcBef>
                <a:spcPts val="0"/>
              </a:spcBef>
              <a:buNone/>
              <a:defRPr sz="10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lvl="1" indent="0" algn="r">
              <a:spcBef>
                <a:spcPts val="0"/>
              </a:spcBef>
              <a:buNone/>
              <a:defRPr sz="10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lvl="2" indent="0" algn="r">
              <a:spcBef>
                <a:spcPts val="0"/>
              </a:spcBef>
              <a:buNone/>
              <a:defRPr sz="10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lvl="3" indent="0" algn="r">
              <a:spcBef>
                <a:spcPts val="0"/>
              </a:spcBef>
              <a:buNone/>
              <a:defRPr sz="10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lvl="4" indent="0" algn="r">
              <a:spcBef>
                <a:spcPts val="0"/>
              </a:spcBef>
              <a:buNone/>
              <a:defRPr sz="10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lvl="5" indent="0" algn="r">
              <a:spcBef>
                <a:spcPts val="0"/>
              </a:spcBef>
              <a:buNone/>
              <a:defRPr sz="10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lvl="6" indent="0" algn="r">
              <a:spcBef>
                <a:spcPts val="0"/>
              </a:spcBef>
              <a:buNone/>
              <a:defRPr sz="10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lvl="7" indent="0" algn="r">
              <a:spcBef>
                <a:spcPts val="0"/>
              </a:spcBef>
              <a:buNone/>
              <a:defRPr sz="10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lvl="8" indent="0" algn="r">
              <a:spcBef>
                <a:spcPts val="0"/>
              </a:spcBef>
              <a:buNone/>
              <a:defRPr sz="10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85" name="Google Shape;85;p20"/>
          <p:cNvSpPr txBox="1">
            <a:spLocks noGrp="1"/>
          </p:cNvSpPr>
          <p:nvPr>
            <p:ph type="ctrTitle"/>
          </p:nvPr>
        </p:nvSpPr>
        <p:spPr>
          <a:xfrm>
            <a:off x="400595" y="314795"/>
            <a:ext cx="11173200" cy="7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ibre Franklin"/>
              <a:buNone/>
              <a:defRPr sz="32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236167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1_Title slide">
    <p:bg>
      <p:bgPr>
        <a:solidFill>
          <a:schemeClr val="lt1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/>
          </a:p>
        </p:txBody>
      </p:sp>
      <p:sp>
        <p:nvSpPr>
          <p:cNvPr id="55" name="Google Shape;55;p14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17591639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>
  <p:cSld name="1_Custom Layout 1">
    <p:bg>
      <p:bgPr>
        <a:solidFill>
          <a:srgbClr val="FCF8FF">
            <a:alpha val="80000"/>
          </a:srgbClr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>
            <a:spLocks noGrp="1"/>
          </p:cNvSpPr>
          <p:nvPr>
            <p:ph type="title"/>
          </p:nvPr>
        </p:nvSpPr>
        <p:spPr>
          <a:xfrm>
            <a:off x="2224932" y="172312"/>
            <a:ext cx="97212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45700" rIns="91425" bIns="45700" anchor="ctr" anchorCtr="0">
            <a:noAutofit/>
          </a:bodyPr>
          <a:lstStyle>
            <a:lvl1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/>
          </a:p>
        </p:txBody>
      </p:sp>
      <p:sp>
        <p:nvSpPr>
          <p:cNvPr id="59" name="Google Shape;59;p15"/>
          <p:cNvSpPr txBox="1">
            <a:spLocks noGrp="1"/>
          </p:cNvSpPr>
          <p:nvPr>
            <p:ph type="sldNum" idx="12"/>
          </p:nvPr>
        </p:nvSpPr>
        <p:spPr>
          <a:xfrm>
            <a:off x="10951088" y="6463067"/>
            <a:ext cx="762400" cy="31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60" name="Google Shape;60;p15" descr="A colorful logo with black background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751325" y="6540349"/>
            <a:ext cx="194776" cy="155851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5"/>
          <p:cNvSpPr txBox="1"/>
          <p:nvPr/>
        </p:nvSpPr>
        <p:spPr>
          <a:xfrm>
            <a:off x="133633" y="6463067"/>
            <a:ext cx="1439600" cy="3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0944020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11">
          <p15:clr>
            <a:srgbClr val="E46962"/>
          </p15:clr>
        </p15:guide>
        <p15:guide id="2" pos="5644">
          <p15:clr>
            <a:srgbClr val="E46962"/>
          </p15:clr>
        </p15:guide>
        <p15:guide id="3" orient="horz" pos="300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Quiver - White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04ADBB-2942-9EB6-C21C-34BAEB2A73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595" y="1377241"/>
            <a:ext cx="11173096" cy="4631675"/>
          </a:xfrm>
        </p:spPr>
        <p:txBody>
          <a:bodyPr/>
          <a:lstStyle>
            <a:lvl1pPr>
              <a:defRPr>
                <a:latin typeface="Franklin Gothic Book" panose="020B0503020102020204" pitchFamily="34" charset="0"/>
              </a:defRPr>
            </a:lvl1pPr>
            <a:lvl2pPr>
              <a:defRPr>
                <a:latin typeface="Franklin Gothic Book" panose="020B0503020102020204" pitchFamily="34" charset="0"/>
              </a:defRPr>
            </a:lvl2pPr>
            <a:lvl3pPr>
              <a:defRPr>
                <a:latin typeface="Franklin Gothic Book" panose="020B0503020102020204" pitchFamily="34" charset="0"/>
              </a:defRPr>
            </a:lvl3pPr>
            <a:lvl4pPr>
              <a:defRPr>
                <a:latin typeface="Franklin Gothic Book" panose="020B0503020102020204" pitchFamily="34" charset="0"/>
              </a:defRPr>
            </a:lvl4pPr>
            <a:lvl5pPr>
              <a:defRPr>
                <a:latin typeface="Franklin Gothic Book" panose="020B05030201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F5AC641-6439-1EAF-CA7C-1EEB46DA0C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0595" y="314798"/>
            <a:ext cx="11173096" cy="712815"/>
          </a:xfrm>
        </p:spPr>
        <p:txBody>
          <a:bodyPr anchor="b">
            <a:normAutofit/>
          </a:bodyPr>
          <a:lstStyle>
            <a:lvl1pPr algn="l">
              <a:defRPr sz="3200">
                <a:latin typeface="Franklin Gothic Book" panose="020B0503020102020204" pitchFamily="34" charset="0"/>
                <a:cs typeface="Poppins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2" name="Google Shape;71;p17" descr="A white letter on a black background&#10;&#10;AI-generated content may be incorrect.">
            <a:extLst>
              <a:ext uri="{FF2B5EF4-FFF2-40B4-BE49-F238E27FC236}">
                <a16:creationId xmlns:a16="http://schemas.microsoft.com/office/drawing/2014/main" id="{876C2BFF-D0B8-419A-38C1-53EEEC792162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r="89183"/>
          <a:stretch/>
        </p:blipFill>
        <p:spPr>
          <a:xfrm>
            <a:off x="11751336" y="6539971"/>
            <a:ext cx="194769" cy="156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60;p15" descr="A colorful logo with black background&#10;&#10;AI-generated content may be incorrect.">
            <a:extLst>
              <a:ext uri="{FF2B5EF4-FFF2-40B4-BE49-F238E27FC236}">
                <a16:creationId xmlns:a16="http://schemas.microsoft.com/office/drawing/2014/main" id="{DCC02B78-76FF-CF95-B7F1-D635E573F72B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11751325" y="6540349"/>
            <a:ext cx="194776" cy="155851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59;p15">
            <a:extLst>
              <a:ext uri="{FF2B5EF4-FFF2-40B4-BE49-F238E27FC236}">
                <a16:creationId xmlns:a16="http://schemas.microsoft.com/office/drawing/2014/main" id="{981AD905-3D99-A46F-4F58-AECE36DE3CFA}"/>
              </a:ext>
            </a:extLst>
          </p:cNvPr>
          <p:cNvSpPr txBox="1">
            <a:spLocks noGrp="1"/>
          </p:cNvSpPr>
          <p:nvPr>
            <p:ph type="sldNum" idx="4"/>
          </p:nvPr>
        </p:nvSpPr>
        <p:spPr>
          <a:xfrm>
            <a:off x="10951088" y="6463067"/>
            <a:ext cx="762400" cy="31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2810392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 userDrawn="1">
  <p:cSld name="1_Custom Layout 1">
    <p:bg>
      <p:bgPr>
        <a:solidFill>
          <a:schemeClr val="bg1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>
            <a:spLocks noGrp="1"/>
          </p:cNvSpPr>
          <p:nvPr>
            <p:ph type="title"/>
          </p:nvPr>
        </p:nvSpPr>
        <p:spPr>
          <a:xfrm>
            <a:off x="1444284" y="337316"/>
            <a:ext cx="6498187" cy="426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45700" rIns="91425" bIns="45700" anchor="ctr" anchorCtr="0">
            <a:noAutofit/>
          </a:bodyPr>
          <a:lstStyle>
            <a:lvl1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tx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9" name="Google Shape;59;p15"/>
          <p:cNvSpPr txBox="1">
            <a:spLocks noGrp="1"/>
          </p:cNvSpPr>
          <p:nvPr>
            <p:ph type="sldNum" idx="12"/>
          </p:nvPr>
        </p:nvSpPr>
        <p:spPr>
          <a:xfrm>
            <a:off x="10951088" y="6463067"/>
            <a:ext cx="762400" cy="31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60" name="Google Shape;60;p15" descr="A colorful logo with black background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751325" y="6540349"/>
            <a:ext cx="194776" cy="155851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5"/>
          <p:cNvSpPr txBox="1">
            <a:spLocks noChangeAspect="1"/>
          </p:cNvSpPr>
          <p:nvPr/>
        </p:nvSpPr>
        <p:spPr>
          <a:xfrm>
            <a:off x="133634" y="6463067"/>
            <a:ext cx="2937711" cy="3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C0B47534-CEEA-B0A2-1F01-6874548A6EC5}"/>
              </a:ext>
            </a:extLst>
          </p:cNvPr>
          <p:cNvSpPr>
            <a:spLocks noGrp="1" noChangeAspect="1"/>
          </p:cNvSpPr>
          <p:nvPr>
            <p:ph type="body" idx="14"/>
          </p:nvPr>
        </p:nvSpPr>
        <p:spPr>
          <a:xfrm>
            <a:off x="282715" y="990600"/>
            <a:ext cx="11430775" cy="28882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333">
                <a:solidFill>
                  <a:schemeClr val="tx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178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7588B-69E1-FBC3-B0E1-F376867B240D}"/>
              </a:ext>
            </a:extLst>
          </p:cNvPr>
          <p:cNvSpPr txBox="1">
            <a:spLocks/>
          </p:cNvSpPr>
          <p:nvPr userDrawn="1"/>
        </p:nvSpPr>
        <p:spPr>
          <a:xfrm>
            <a:off x="234951" y="347002"/>
            <a:ext cx="1209333" cy="40719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400" kern="1200">
                <a:solidFill>
                  <a:schemeClr val="bg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067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3D3F85A6-4EA7-2673-E0C3-3779EFDEE6F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34951" y="347133"/>
            <a:ext cx="1195916" cy="406400"/>
          </a:xfrm>
          <a:prstGeom prst="roundRect">
            <a:avLst>
              <a:gd name="adj" fmla="val 14493"/>
            </a:avLst>
          </a:prstGeom>
          <a:noFill/>
          <a:ln>
            <a:solidFill>
              <a:srgbClr val="7300BF"/>
            </a:solidFill>
          </a:ln>
        </p:spPr>
        <p:txBody>
          <a:bodyPr anchor="ctr">
            <a:noAutofit/>
          </a:bodyPr>
          <a:lstStyle>
            <a:lvl1pPr algn="ctr">
              <a:defRPr sz="1067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675F6A8-F7E1-6453-0503-FD7B84F0BDDD}"/>
              </a:ext>
            </a:extLst>
          </p:cNvPr>
          <p:cNvSpPr>
            <a:spLocks noGrp="1" noChangeAspect="1"/>
          </p:cNvSpPr>
          <p:nvPr>
            <p:ph idx="1"/>
          </p:nvPr>
        </p:nvSpPr>
        <p:spPr>
          <a:xfrm>
            <a:off x="402872" y="1397002"/>
            <a:ext cx="11338560" cy="4854004"/>
          </a:xfrm>
          <a:prstGeom prst="rect">
            <a:avLst/>
          </a:prstGeom>
        </p:spPr>
        <p:txBody>
          <a:bodyPr/>
          <a:lstStyle>
            <a:lvl1pPr marL="3048" indent="0">
              <a:lnSpc>
                <a:spcPct val="110000"/>
              </a:lnSpc>
              <a:spcBef>
                <a:spcPts val="533"/>
              </a:spcBef>
              <a:buClr>
                <a:schemeClr val="bg2"/>
              </a:buClr>
              <a:buFont typeface="Poppins" panose="00000500000000000000" pitchFamily="2" charset="0"/>
              <a:buNone/>
              <a:defRPr sz="1333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309019" indent="-228589">
              <a:lnSpc>
                <a:spcPct val="110000"/>
              </a:lnSpc>
              <a:spcBef>
                <a:spcPts val="533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1333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29140" indent="-228589">
              <a:lnSpc>
                <a:spcPct val="110000"/>
              </a:lnSpc>
              <a:spcBef>
                <a:spcPts val="533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tabLst>
                <a:tab pos="529140" algn="l"/>
              </a:tabLst>
              <a:defRPr sz="12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759846" indent="-228589">
              <a:lnSpc>
                <a:spcPct val="110000"/>
              </a:lnSpc>
              <a:spcBef>
                <a:spcPts val="533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1067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988434" indent="-228589">
              <a:lnSpc>
                <a:spcPct val="110000"/>
              </a:lnSpc>
              <a:spcBef>
                <a:spcPts val="533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933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Google Shape;61;p15">
            <a:extLst>
              <a:ext uri="{FF2B5EF4-FFF2-40B4-BE49-F238E27FC236}">
                <a16:creationId xmlns:a16="http://schemas.microsoft.com/office/drawing/2014/main" id="{D91BDDC8-491D-D545-729B-59991F1C17BF}"/>
              </a:ext>
            </a:extLst>
          </p:cNvPr>
          <p:cNvSpPr txBox="1">
            <a:spLocks noChangeAspect="1"/>
          </p:cNvSpPr>
          <p:nvPr userDrawn="1"/>
        </p:nvSpPr>
        <p:spPr>
          <a:xfrm>
            <a:off x="930" y="6386357"/>
            <a:ext cx="4371164" cy="41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2533" tIns="162533" rIns="162533" bIns="162533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Proprietary and Confidential</a:t>
            </a:r>
            <a:br>
              <a:rPr lang="en-US"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© 2025 Quiver Bioscience Inc.  All Rights Reserved</a:t>
            </a:r>
            <a:endParaRPr sz="933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27814977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644">
          <p15:clr>
            <a:srgbClr val="E46962"/>
          </p15:clr>
        </p15:guide>
        <p15:guide id="3" orient="horz" pos="468">
          <p15:clr>
            <a:srgbClr val="E46962"/>
          </p15:clr>
        </p15:guide>
        <p15:guide id="4" orient="horz" pos="2988">
          <p15:clr>
            <a:srgbClr val="FBAE40"/>
          </p15:clr>
        </p15:guide>
        <p15:guide id="6" pos="2928">
          <p15:clr>
            <a:srgbClr val="FBAE40"/>
          </p15:clr>
        </p15:guide>
        <p15:guide id="7" pos="3024">
          <p15:clr>
            <a:srgbClr val="FBAE40"/>
          </p15:clr>
        </p15:guide>
        <p15:guide id="8" pos="96">
          <p15:clr>
            <a:srgbClr val="FBAE40"/>
          </p15:clr>
        </p15:guide>
        <p15:guide id="9" pos="192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3">
  <p:cSld name="1_Custom Layout 3">
    <p:bg>
      <p:bgPr>
        <a:gradFill>
          <a:gsLst>
            <a:gs pos="0">
              <a:schemeClr val="dk2"/>
            </a:gs>
            <a:gs pos="50000">
              <a:schemeClr val="accent2"/>
            </a:gs>
            <a:gs pos="100000">
              <a:schemeClr val="accent5"/>
            </a:gs>
          </a:gsLst>
          <a:lin ang="0" scaled="0"/>
        </a:gradFill>
        <a:effectLst/>
      </p:bgPr>
    </p:bg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7" descr="A colorful logo with black background&#10;&#10;AI-generated content may be incorrect."/>
          <p:cNvPicPr preferRelativeResize="0"/>
          <p:nvPr/>
        </p:nvPicPr>
        <p:blipFill rotWithShape="1">
          <a:blip r:embed="rId2">
            <a:alphaModFix amt="28000"/>
          </a:blip>
          <a:srcRect l="25827" t="5879" r="14538" b="33444"/>
          <a:stretch/>
        </p:blipFill>
        <p:spPr>
          <a:xfrm>
            <a:off x="4" y="3"/>
            <a:ext cx="8425833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7"/>
          <p:cNvSpPr txBox="1">
            <a:spLocks noGrp="1"/>
          </p:cNvSpPr>
          <p:nvPr>
            <p:ph type="sldNum" idx="12"/>
          </p:nvPr>
        </p:nvSpPr>
        <p:spPr>
          <a:xfrm>
            <a:off x="10951088" y="6463067"/>
            <a:ext cx="762400" cy="31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70" name="Google Shape;70;p17"/>
          <p:cNvSpPr txBox="1"/>
          <p:nvPr/>
        </p:nvSpPr>
        <p:spPr>
          <a:xfrm>
            <a:off x="133633" y="6463067"/>
            <a:ext cx="1439600" cy="3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71" name="Google Shape;71;p17" descr="A white letter on a black background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 r="89183"/>
          <a:stretch/>
        </p:blipFill>
        <p:spPr>
          <a:xfrm>
            <a:off x="11751336" y="6539971"/>
            <a:ext cx="194769" cy="15658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555576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11">
          <p15:clr>
            <a:srgbClr val="E46962"/>
          </p15:clr>
        </p15:guide>
        <p15:guide id="2" pos="5644">
          <p15:clr>
            <a:srgbClr val="E46962"/>
          </p15:clr>
        </p15:guide>
        <p15:guide id="3" orient="horz" pos="3008">
          <p15:clr>
            <a:srgbClr val="E46962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1_Title slide">
    <p:bg>
      <p:bgPr>
        <a:solidFill>
          <a:schemeClr val="lt1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/>
          </a:p>
        </p:txBody>
      </p:sp>
      <p:sp>
        <p:nvSpPr>
          <p:cNvPr id="55" name="Google Shape;55;p14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23924985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>
  <p:cSld name="1_Custom Layout 1">
    <p:bg>
      <p:bgPr>
        <a:solidFill>
          <a:srgbClr val="FCF8FF">
            <a:alpha val="80000"/>
          </a:srgbClr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>
            <a:spLocks noGrp="1"/>
          </p:cNvSpPr>
          <p:nvPr>
            <p:ph type="title"/>
          </p:nvPr>
        </p:nvSpPr>
        <p:spPr>
          <a:xfrm>
            <a:off x="2224932" y="172312"/>
            <a:ext cx="97212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45700" rIns="91425" bIns="45700" anchor="ctr" anchorCtr="0">
            <a:noAutofit/>
          </a:bodyPr>
          <a:lstStyle>
            <a:lvl1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/>
          </a:p>
        </p:txBody>
      </p:sp>
      <p:sp>
        <p:nvSpPr>
          <p:cNvPr id="59" name="Google Shape;59;p15"/>
          <p:cNvSpPr txBox="1">
            <a:spLocks noGrp="1"/>
          </p:cNvSpPr>
          <p:nvPr>
            <p:ph type="sldNum" idx="12"/>
          </p:nvPr>
        </p:nvSpPr>
        <p:spPr>
          <a:xfrm>
            <a:off x="10951088" y="6463067"/>
            <a:ext cx="762400" cy="31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60" name="Google Shape;60;p15" descr="A colorful logo with black background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751325" y="6540349"/>
            <a:ext cx="194776" cy="155851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5"/>
          <p:cNvSpPr txBox="1"/>
          <p:nvPr/>
        </p:nvSpPr>
        <p:spPr>
          <a:xfrm>
            <a:off x="133633" y="6463067"/>
            <a:ext cx="1439600" cy="3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13693215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11">
          <p15:clr>
            <a:srgbClr val="E46962"/>
          </p15:clr>
        </p15:guide>
        <p15:guide id="2" pos="5644">
          <p15:clr>
            <a:srgbClr val="E46962"/>
          </p15:clr>
        </p15:guide>
        <p15:guide id="3" orient="horz" pos="3008">
          <p15:clr>
            <a:srgbClr val="E46962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2">
  <p:cSld name="1_Custom Layout 2">
    <p:bg>
      <p:bgPr>
        <a:solidFill>
          <a:schemeClr val="dk1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 txBox="1">
            <a:spLocks noGrp="1"/>
          </p:cNvSpPr>
          <p:nvPr>
            <p:ph type="title"/>
          </p:nvPr>
        </p:nvSpPr>
        <p:spPr>
          <a:xfrm>
            <a:off x="2224932" y="172312"/>
            <a:ext cx="97212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45700" rIns="91425" bIns="45700" anchor="ctr" anchorCtr="0">
            <a:noAutofit/>
          </a:bodyPr>
          <a:lstStyle>
            <a:lvl1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oppins Medium"/>
              <a:buNone/>
              <a:defRPr sz="16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oppins Medium"/>
              <a:buNone/>
              <a:defRPr sz="16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oppins Medium"/>
              <a:buNone/>
              <a:defRPr sz="16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oppins Medium"/>
              <a:buNone/>
              <a:defRPr sz="16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oppins Medium"/>
              <a:buNone/>
              <a:defRPr sz="16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oppins Medium"/>
              <a:buNone/>
              <a:defRPr sz="16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oppins Medium"/>
              <a:buNone/>
              <a:defRPr sz="16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oppins Medium"/>
              <a:buNone/>
              <a:defRPr sz="16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10951088" y="6463067"/>
            <a:ext cx="762400" cy="31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65" name="Google Shape;65;p16" descr="A colorful logo with black background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751325" y="6540349"/>
            <a:ext cx="194776" cy="155851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6"/>
          <p:cNvSpPr txBox="1"/>
          <p:nvPr/>
        </p:nvSpPr>
        <p:spPr>
          <a:xfrm>
            <a:off x="133633" y="6463067"/>
            <a:ext cx="1439600" cy="3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33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Confidential</a:t>
            </a:r>
            <a:endParaRPr sz="933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6799546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11">
          <p15:clr>
            <a:srgbClr val="E46962"/>
          </p15:clr>
        </p15:guide>
        <p15:guide id="2" pos="5644">
          <p15:clr>
            <a:srgbClr val="E46962"/>
          </p15:clr>
        </p15:guide>
        <p15:guide id="3" orient="horz" pos="3008">
          <p15:clr>
            <a:srgbClr val="E46962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Quiver - White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04ADBB-2942-9EB6-C21C-34BAEB2A73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595" y="1377241"/>
            <a:ext cx="11173096" cy="4631675"/>
          </a:xfrm>
        </p:spPr>
        <p:txBody>
          <a:bodyPr/>
          <a:lstStyle>
            <a:lvl1pPr>
              <a:defRPr>
                <a:latin typeface="Franklin Gothic Book" panose="020B0503020102020204" pitchFamily="34" charset="0"/>
              </a:defRPr>
            </a:lvl1pPr>
            <a:lvl2pPr>
              <a:defRPr>
                <a:latin typeface="Franklin Gothic Book" panose="020B0503020102020204" pitchFamily="34" charset="0"/>
              </a:defRPr>
            </a:lvl2pPr>
            <a:lvl3pPr>
              <a:defRPr>
                <a:latin typeface="Franklin Gothic Book" panose="020B0503020102020204" pitchFamily="34" charset="0"/>
              </a:defRPr>
            </a:lvl3pPr>
            <a:lvl4pPr>
              <a:defRPr>
                <a:latin typeface="Franklin Gothic Book" panose="020B0503020102020204" pitchFamily="34" charset="0"/>
              </a:defRPr>
            </a:lvl4pPr>
            <a:lvl5pPr>
              <a:defRPr>
                <a:latin typeface="Franklin Gothic Book" panose="020B05030201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F5AC641-6439-1EAF-CA7C-1EEB46DA0C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0595" y="314798"/>
            <a:ext cx="11173096" cy="712815"/>
          </a:xfrm>
        </p:spPr>
        <p:txBody>
          <a:bodyPr anchor="b">
            <a:normAutofit/>
          </a:bodyPr>
          <a:lstStyle>
            <a:lvl1pPr algn="l">
              <a:defRPr sz="3200">
                <a:latin typeface="Franklin Gothic Book" panose="020B0503020102020204" pitchFamily="34" charset="0"/>
                <a:cs typeface="Poppins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2" name="Google Shape;71;p17" descr="A white letter on a black background&#10;&#10;AI-generated content may be incorrect.">
            <a:extLst>
              <a:ext uri="{FF2B5EF4-FFF2-40B4-BE49-F238E27FC236}">
                <a16:creationId xmlns:a16="http://schemas.microsoft.com/office/drawing/2014/main" id="{876C2BFF-D0B8-419A-38C1-53EEEC792162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r="89183"/>
          <a:stretch/>
        </p:blipFill>
        <p:spPr>
          <a:xfrm>
            <a:off x="11751336" y="6539971"/>
            <a:ext cx="194769" cy="156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60;p15" descr="A colorful logo with black background&#10;&#10;AI-generated content may be incorrect.">
            <a:extLst>
              <a:ext uri="{FF2B5EF4-FFF2-40B4-BE49-F238E27FC236}">
                <a16:creationId xmlns:a16="http://schemas.microsoft.com/office/drawing/2014/main" id="{DCC02B78-76FF-CF95-B7F1-D635E573F72B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11751325" y="6540349"/>
            <a:ext cx="194776" cy="155851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59;p15">
            <a:extLst>
              <a:ext uri="{FF2B5EF4-FFF2-40B4-BE49-F238E27FC236}">
                <a16:creationId xmlns:a16="http://schemas.microsoft.com/office/drawing/2014/main" id="{981AD905-3D99-A46F-4F58-AECE36DE3CFA}"/>
              </a:ext>
            </a:extLst>
          </p:cNvPr>
          <p:cNvSpPr txBox="1">
            <a:spLocks noGrp="1"/>
          </p:cNvSpPr>
          <p:nvPr>
            <p:ph type="sldNum" idx="4"/>
          </p:nvPr>
        </p:nvSpPr>
        <p:spPr>
          <a:xfrm>
            <a:off x="10951088" y="6463067"/>
            <a:ext cx="762400" cy="31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98487593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 userDrawn="1">
  <p:cSld name="1_Custom Layout 1">
    <p:bg>
      <p:bgPr>
        <a:solidFill>
          <a:schemeClr val="bg1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>
            <a:spLocks noGrp="1"/>
          </p:cNvSpPr>
          <p:nvPr>
            <p:ph type="title"/>
          </p:nvPr>
        </p:nvSpPr>
        <p:spPr>
          <a:xfrm>
            <a:off x="1444284" y="337316"/>
            <a:ext cx="6498187" cy="426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45700" rIns="91425" bIns="45700" anchor="ctr" anchorCtr="0">
            <a:noAutofit/>
          </a:bodyPr>
          <a:lstStyle>
            <a:lvl1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tx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9" name="Google Shape;59;p15"/>
          <p:cNvSpPr txBox="1">
            <a:spLocks noGrp="1"/>
          </p:cNvSpPr>
          <p:nvPr>
            <p:ph type="sldNum" idx="12"/>
          </p:nvPr>
        </p:nvSpPr>
        <p:spPr>
          <a:xfrm>
            <a:off x="10951088" y="6463067"/>
            <a:ext cx="762400" cy="31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60" name="Google Shape;60;p15" descr="A colorful logo with black background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751325" y="6540349"/>
            <a:ext cx="194776" cy="155851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5"/>
          <p:cNvSpPr txBox="1">
            <a:spLocks noChangeAspect="1"/>
          </p:cNvSpPr>
          <p:nvPr/>
        </p:nvSpPr>
        <p:spPr>
          <a:xfrm>
            <a:off x="133634" y="6463067"/>
            <a:ext cx="2937711" cy="3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C0B47534-CEEA-B0A2-1F01-6874548A6EC5}"/>
              </a:ext>
            </a:extLst>
          </p:cNvPr>
          <p:cNvSpPr>
            <a:spLocks noGrp="1" noChangeAspect="1"/>
          </p:cNvSpPr>
          <p:nvPr>
            <p:ph type="body" idx="14"/>
          </p:nvPr>
        </p:nvSpPr>
        <p:spPr>
          <a:xfrm>
            <a:off x="282715" y="990600"/>
            <a:ext cx="11430775" cy="28882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333">
                <a:solidFill>
                  <a:schemeClr val="tx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178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7588B-69E1-FBC3-B0E1-F376867B240D}"/>
              </a:ext>
            </a:extLst>
          </p:cNvPr>
          <p:cNvSpPr txBox="1">
            <a:spLocks/>
          </p:cNvSpPr>
          <p:nvPr userDrawn="1"/>
        </p:nvSpPr>
        <p:spPr>
          <a:xfrm>
            <a:off x="234951" y="347002"/>
            <a:ext cx="1209333" cy="40719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400" kern="1200">
                <a:solidFill>
                  <a:schemeClr val="bg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067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3D3F85A6-4EA7-2673-E0C3-3779EFDEE6F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34951" y="347133"/>
            <a:ext cx="1195916" cy="406400"/>
          </a:xfrm>
          <a:prstGeom prst="roundRect">
            <a:avLst>
              <a:gd name="adj" fmla="val 14493"/>
            </a:avLst>
          </a:prstGeom>
          <a:noFill/>
          <a:ln>
            <a:solidFill>
              <a:srgbClr val="7300BF"/>
            </a:solidFill>
          </a:ln>
        </p:spPr>
        <p:txBody>
          <a:bodyPr anchor="ctr">
            <a:noAutofit/>
          </a:bodyPr>
          <a:lstStyle>
            <a:lvl1pPr algn="ctr">
              <a:defRPr sz="1067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675F6A8-F7E1-6453-0503-FD7B84F0BDDD}"/>
              </a:ext>
            </a:extLst>
          </p:cNvPr>
          <p:cNvSpPr>
            <a:spLocks noGrp="1" noChangeAspect="1"/>
          </p:cNvSpPr>
          <p:nvPr>
            <p:ph idx="1"/>
          </p:nvPr>
        </p:nvSpPr>
        <p:spPr>
          <a:xfrm>
            <a:off x="402872" y="1397002"/>
            <a:ext cx="11338560" cy="4854004"/>
          </a:xfrm>
          <a:prstGeom prst="rect">
            <a:avLst/>
          </a:prstGeom>
        </p:spPr>
        <p:txBody>
          <a:bodyPr/>
          <a:lstStyle>
            <a:lvl1pPr marL="3048" indent="0">
              <a:lnSpc>
                <a:spcPct val="110000"/>
              </a:lnSpc>
              <a:spcBef>
                <a:spcPts val="533"/>
              </a:spcBef>
              <a:buClr>
                <a:schemeClr val="bg2"/>
              </a:buClr>
              <a:buFont typeface="Poppins" panose="00000500000000000000" pitchFamily="2" charset="0"/>
              <a:buNone/>
              <a:defRPr sz="1333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309019" indent="-228589">
              <a:lnSpc>
                <a:spcPct val="110000"/>
              </a:lnSpc>
              <a:spcBef>
                <a:spcPts val="533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1333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29140" indent="-228589">
              <a:lnSpc>
                <a:spcPct val="110000"/>
              </a:lnSpc>
              <a:spcBef>
                <a:spcPts val="533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tabLst>
                <a:tab pos="529140" algn="l"/>
              </a:tabLst>
              <a:defRPr sz="12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759846" indent="-228589">
              <a:lnSpc>
                <a:spcPct val="110000"/>
              </a:lnSpc>
              <a:spcBef>
                <a:spcPts val="533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1067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988434" indent="-228589">
              <a:lnSpc>
                <a:spcPct val="110000"/>
              </a:lnSpc>
              <a:spcBef>
                <a:spcPts val="533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933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Google Shape;61;p15">
            <a:extLst>
              <a:ext uri="{FF2B5EF4-FFF2-40B4-BE49-F238E27FC236}">
                <a16:creationId xmlns:a16="http://schemas.microsoft.com/office/drawing/2014/main" id="{D91BDDC8-491D-D545-729B-59991F1C17BF}"/>
              </a:ext>
            </a:extLst>
          </p:cNvPr>
          <p:cNvSpPr txBox="1">
            <a:spLocks noChangeAspect="1"/>
          </p:cNvSpPr>
          <p:nvPr userDrawn="1"/>
        </p:nvSpPr>
        <p:spPr>
          <a:xfrm>
            <a:off x="930" y="6386357"/>
            <a:ext cx="4371164" cy="41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2533" tIns="162533" rIns="162533" bIns="162533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Proprietary and Confidential</a:t>
            </a:r>
            <a:br>
              <a:rPr lang="en-US"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© 2025 Quiver Bioscience Inc.  All Rights Reserved</a:t>
            </a:r>
            <a:endParaRPr sz="933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34796081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644">
          <p15:clr>
            <a:srgbClr val="E46962"/>
          </p15:clr>
        </p15:guide>
        <p15:guide id="3" orient="horz" pos="468">
          <p15:clr>
            <a:srgbClr val="E46962"/>
          </p15:clr>
        </p15:guide>
        <p15:guide id="4" orient="horz" pos="2988">
          <p15:clr>
            <a:srgbClr val="FBAE40"/>
          </p15:clr>
        </p15:guide>
        <p15:guide id="6" pos="2928">
          <p15:clr>
            <a:srgbClr val="FBAE40"/>
          </p15:clr>
        </p15:guide>
        <p15:guide id="7" pos="3024">
          <p15:clr>
            <a:srgbClr val="FBAE40"/>
          </p15:clr>
        </p15:guide>
        <p15:guide id="8" pos="96">
          <p15:clr>
            <a:srgbClr val="FBAE40"/>
          </p15:clr>
        </p15:guide>
        <p15:guide id="9" pos="192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Blank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44F21-D08B-2594-A34D-185579C82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04ADBB-2942-9EB6-C21C-34BAEB2A73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3DB293-9D8A-4E36-4FB5-E88FA8201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02FC4-A05A-40E2-9102-7AA6683E0DED}" type="datetime1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783323-6C37-6F8D-6DC0-087F3B257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298CEE-83BD-B63C-0C63-ED4A019E4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7683A-CE1D-734C-938A-426871A0A0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26778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3">
  <p:cSld name="1_Custom Layout 3">
    <p:bg>
      <p:bgPr>
        <a:gradFill>
          <a:gsLst>
            <a:gs pos="0">
              <a:schemeClr val="dk2"/>
            </a:gs>
            <a:gs pos="50000">
              <a:schemeClr val="accent2"/>
            </a:gs>
            <a:gs pos="100000">
              <a:schemeClr val="accent5"/>
            </a:gs>
          </a:gsLst>
          <a:lin ang="0" scaled="0"/>
        </a:gradFill>
        <a:effectLst/>
      </p:bgPr>
    </p:bg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7" descr="A colorful logo with black background&#10;&#10;AI-generated content may be incorrect."/>
          <p:cNvPicPr preferRelativeResize="0"/>
          <p:nvPr/>
        </p:nvPicPr>
        <p:blipFill rotWithShape="1">
          <a:blip r:embed="rId2">
            <a:alphaModFix amt="28000"/>
          </a:blip>
          <a:srcRect l="25827" t="5879" r="14538" b="33444"/>
          <a:stretch/>
        </p:blipFill>
        <p:spPr>
          <a:xfrm>
            <a:off x="4" y="3"/>
            <a:ext cx="8425833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7"/>
          <p:cNvSpPr txBox="1">
            <a:spLocks noGrp="1"/>
          </p:cNvSpPr>
          <p:nvPr>
            <p:ph type="sldNum" idx="12"/>
          </p:nvPr>
        </p:nvSpPr>
        <p:spPr>
          <a:xfrm>
            <a:off x="10951088" y="6463067"/>
            <a:ext cx="762400" cy="31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70" name="Google Shape;70;p17"/>
          <p:cNvSpPr txBox="1"/>
          <p:nvPr/>
        </p:nvSpPr>
        <p:spPr>
          <a:xfrm>
            <a:off x="133633" y="6463067"/>
            <a:ext cx="1439600" cy="3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71" name="Google Shape;71;p17" descr="A white letter on a black background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 r="89183"/>
          <a:stretch/>
        </p:blipFill>
        <p:spPr>
          <a:xfrm>
            <a:off x="11751336" y="6539971"/>
            <a:ext cx="194769" cy="15658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407830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11">
          <p15:clr>
            <a:srgbClr val="E46962"/>
          </p15:clr>
        </p15:guide>
        <p15:guide id="2" pos="5644">
          <p15:clr>
            <a:srgbClr val="E46962"/>
          </p15:clr>
        </p15:guide>
        <p15:guide id="3" orient="horz" pos="3008">
          <p15:clr>
            <a:srgbClr val="E46962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1_Title slide">
    <p:bg>
      <p:bgPr>
        <a:solidFill>
          <a:schemeClr val="lt1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/>
          </a:p>
        </p:txBody>
      </p:sp>
      <p:sp>
        <p:nvSpPr>
          <p:cNvPr id="55" name="Google Shape;55;p14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2" name="Google Shape;86;p19">
            <a:extLst>
              <a:ext uri="{FF2B5EF4-FFF2-40B4-BE49-F238E27FC236}">
                <a16:creationId xmlns:a16="http://schemas.microsoft.com/office/drawing/2014/main" id="{C0183963-EA83-0114-0D3A-2944C678D0E6}"/>
              </a:ext>
            </a:extLst>
          </p:cNvPr>
          <p:cNvSpPr txBox="1"/>
          <p:nvPr userDrawn="1"/>
        </p:nvSpPr>
        <p:spPr>
          <a:xfrm>
            <a:off x="133633" y="6463067"/>
            <a:ext cx="1439600" cy="3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33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Confidential</a:t>
            </a:r>
            <a:endParaRPr sz="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297438150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2">
  <p:cSld name="1_Custom Layout 2">
    <p:bg>
      <p:bgPr>
        <a:solidFill>
          <a:schemeClr val="dk1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 txBox="1">
            <a:spLocks noGrp="1"/>
          </p:cNvSpPr>
          <p:nvPr>
            <p:ph type="title"/>
          </p:nvPr>
        </p:nvSpPr>
        <p:spPr>
          <a:xfrm>
            <a:off x="2224932" y="172312"/>
            <a:ext cx="97212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45700" rIns="91425" bIns="45700" anchor="ctr" anchorCtr="0">
            <a:noAutofit/>
          </a:bodyPr>
          <a:lstStyle>
            <a:lvl1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oppins Medium"/>
              <a:buNone/>
              <a:defRPr sz="16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oppins Medium"/>
              <a:buNone/>
              <a:defRPr sz="16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oppins Medium"/>
              <a:buNone/>
              <a:defRPr sz="16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oppins Medium"/>
              <a:buNone/>
              <a:defRPr sz="16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oppins Medium"/>
              <a:buNone/>
              <a:defRPr sz="16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oppins Medium"/>
              <a:buNone/>
              <a:defRPr sz="16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oppins Medium"/>
              <a:buNone/>
              <a:defRPr sz="16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oppins Medium"/>
              <a:buNone/>
              <a:defRPr sz="16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10951088" y="6463067"/>
            <a:ext cx="762400" cy="31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65" name="Google Shape;65;p16" descr="A colorful logo with black background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751325" y="6540349"/>
            <a:ext cx="194776" cy="155851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6"/>
          <p:cNvSpPr txBox="1"/>
          <p:nvPr/>
        </p:nvSpPr>
        <p:spPr>
          <a:xfrm>
            <a:off x="133633" y="6463067"/>
            <a:ext cx="1439600" cy="3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33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Confidential</a:t>
            </a:r>
            <a:endParaRPr sz="933">
              <a:solidFill>
                <a:schemeClr val="bg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3775500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11">
          <p15:clr>
            <a:srgbClr val="E46962"/>
          </p15:clr>
        </p15:guide>
        <p15:guide id="2" pos="5644">
          <p15:clr>
            <a:srgbClr val="E46962"/>
          </p15:clr>
        </p15:guide>
        <p15:guide id="3" orient="horz" pos="3008">
          <p15:clr>
            <a:srgbClr val="E46962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>
  <p:cSld name="1_Custom Layout 1">
    <p:bg>
      <p:bgPr>
        <a:solidFill>
          <a:srgbClr val="FCF8FF">
            <a:alpha val="80000"/>
          </a:srgbClr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>
            <a:spLocks noGrp="1"/>
          </p:cNvSpPr>
          <p:nvPr>
            <p:ph type="title"/>
          </p:nvPr>
        </p:nvSpPr>
        <p:spPr>
          <a:xfrm>
            <a:off x="2224932" y="172312"/>
            <a:ext cx="97212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45700" rIns="91425" bIns="45700" anchor="ctr" anchorCtr="0">
            <a:noAutofit/>
          </a:bodyPr>
          <a:lstStyle>
            <a:lvl1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/>
          </a:p>
        </p:txBody>
      </p:sp>
      <p:sp>
        <p:nvSpPr>
          <p:cNvPr id="59" name="Google Shape;59;p15"/>
          <p:cNvSpPr txBox="1">
            <a:spLocks noGrp="1"/>
          </p:cNvSpPr>
          <p:nvPr>
            <p:ph type="sldNum" idx="12"/>
          </p:nvPr>
        </p:nvSpPr>
        <p:spPr>
          <a:xfrm>
            <a:off x="10951088" y="6463067"/>
            <a:ext cx="762400" cy="31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60" name="Google Shape;60;p15" descr="A colorful logo with black background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751325" y="6540349"/>
            <a:ext cx="194776" cy="155851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5"/>
          <p:cNvSpPr txBox="1"/>
          <p:nvPr/>
        </p:nvSpPr>
        <p:spPr>
          <a:xfrm>
            <a:off x="133633" y="6463067"/>
            <a:ext cx="1439600" cy="3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" name="Google Shape;61;p15">
            <a:extLst>
              <a:ext uri="{FF2B5EF4-FFF2-40B4-BE49-F238E27FC236}">
                <a16:creationId xmlns:a16="http://schemas.microsoft.com/office/drawing/2014/main" id="{EF520F88-BC00-58FB-F64E-0A9EA39B15B2}"/>
              </a:ext>
            </a:extLst>
          </p:cNvPr>
          <p:cNvSpPr txBox="1">
            <a:spLocks noChangeAspect="1"/>
          </p:cNvSpPr>
          <p:nvPr userDrawn="1"/>
        </p:nvSpPr>
        <p:spPr>
          <a:xfrm>
            <a:off x="930" y="6386357"/>
            <a:ext cx="4371164" cy="41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2533" tIns="162533" rIns="162533" bIns="162533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Confidential</a:t>
            </a:r>
            <a:endParaRPr sz="933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9145221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11">
          <p15:clr>
            <a:srgbClr val="E46962"/>
          </p15:clr>
        </p15:guide>
        <p15:guide id="2" pos="5644">
          <p15:clr>
            <a:srgbClr val="E46962"/>
          </p15:clr>
        </p15:guide>
        <p15:guide id="3" orient="horz" pos="3008">
          <p15:clr>
            <a:srgbClr val="E46962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2">
  <p:cSld name="1_Custom Layout 2">
    <p:bg>
      <p:bgPr>
        <a:solidFill>
          <a:schemeClr val="dk1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 txBox="1">
            <a:spLocks noGrp="1"/>
          </p:cNvSpPr>
          <p:nvPr>
            <p:ph type="title"/>
          </p:nvPr>
        </p:nvSpPr>
        <p:spPr>
          <a:xfrm>
            <a:off x="2224932" y="172312"/>
            <a:ext cx="97212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45700" rIns="91425" bIns="45700" anchor="ctr" anchorCtr="0">
            <a:noAutofit/>
          </a:bodyPr>
          <a:lstStyle>
            <a:lvl1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oppins Medium"/>
              <a:buNone/>
              <a:defRPr sz="16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oppins Medium"/>
              <a:buNone/>
              <a:defRPr sz="16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oppins Medium"/>
              <a:buNone/>
              <a:defRPr sz="16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oppins Medium"/>
              <a:buNone/>
              <a:defRPr sz="16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oppins Medium"/>
              <a:buNone/>
              <a:defRPr sz="16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oppins Medium"/>
              <a:buNone/>
              <a:defRPr sz="16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oppins Medium"/>
              <a:buNone/>
              <a:defRPr sz="16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oppins Medium"/>
              <a:buNone/>
              <a:defRPr sz="16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10951088" y="6463067"/>
            <a:ext cx="762400" cy="31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65" name="Google Shape;65;p16" descr="A colorful logo with black background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751325" y="6540349"/>
            <a:ext cx="194776" cy="155851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6"/>
          <p:cNvSpPr txBox="1"/>
          <p:nvPr/>
        </p:nvSpPr>
        <p:spPr>
          <a:xfrm>
            <a:off x="133633" y="6463067"/>
            <a:ext cx="1439600" cy="3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33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Confidential</a:t>
            </a:r>
            <a:endParaRPr sz="933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40381443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11">
          <p15:clr>
            <a:srgbClr val="E46962"/>
          </p15:clr>
        </p15:guide>
        <p15:guide id="2" pos="5644">
          <p15:clr>
            <a:srgbClr val="E46962"/>
          </p15:clr>
        </p15:guide>
        <p15:guide id="3" orient="horz" pos="3008">
          <p15:clr>
            <a:srgbClr val="E46962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1_Title slide">
    <p:bg>
      <p:bgPr>
        <a:solidFill>
          <a:schemeClr val="lt1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/>
          </a:p>
        </p:txBody>
      </p:sp>
      <p:sp>
        <p:nvSpPr>
          <p:cNvPr id="55" name="Google Shape;55;p14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2" name="Google Shape;61;p15">
            <a:extLst>
              <a:ext uri="{FF2B5EF4-FFF2-40B4-BE49-F238E27FC236}">
                <a16:creationId xmlns:a16="http://schemas.microsoft.com/office/drawing/2014/main" id="{5F28B5CF-FC7F-53AA-9DBC-F5BB28E257D7}"/>
              </a:ext>
            </a:extLst>
          </p:cNvPr>
          <p:cNvSpPr txBox="1"/>
          <p:nvPr userDrawn="1"/>
        </p:nvSpPr>
        <p:spPr>
          <a:xfrm>
            <a:off x="133633" y="6463067"/>
            <a:ext cx="1439600" cy="3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Confidential</a:t>
            </a:r>
            <a:endParaRPr sz="933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59;p15">
            <a:extLst>
              <a:ext uri="{FF2B5EF4-FFF2-40B4-BE49-F238E27FC236}">
                <a16:creationId xmlns:a16="http://schemas.microsoft.com/office/drawing/2014/main" id="{FA6D5823-51B9-3D3E-C80D-64F9486054D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951088" y="6463067"/>
            <a:ext cx="762400" cy="31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6" name="Google Shape;60;p15" descr="A colorful logo with black background&#10;&#10;AI-generated content may be incorrect.">
            <a:extLst>
              <a:ext uri="{FF2B5EF4-FFF2-40B4-BE49-F238E27FC236}">
                <a16:creationId xmlns:a16="http://schemas.microsoft.com/office/drawing/2014/main" id="{6C9CE854-F129-E1A7-6D1F-F3B40995C7C1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1751325" y="6540349"/>
            <a:ext cx="194776" cy="1558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2327841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2">
  <p:cSld name="1_Custom Layout 2">
    <p:bg>
      <p:bgPr>
        <a:solidFill>
          <a:schemeClr val="dk1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 txBox="1">
            <a:spLocks noGrp="1"/>
          </p:cNvSpPr>
          <p:nvPr>
            <p:ph type="title"/>
          </p:nvPr>
        </p:nvSpPr>
        <p:spPr>
          <a:xfrm>
            <a:off x="2224932" y="172312"/>
            <a:ext cx="97212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45700" rIns="91425" bIns="45700" anchor="ctr" anchorCtr="0">
            <a:noAutofit/>
          </a:bodyPr>
          <a:lstStyle>
            <a:lvl1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oppins Medium"/>
              <a:buNone/>
              <a:defRPr sz="16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oppins Medium"/>
              <a:buNone/>
              <a:defRPr sz="16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oppins Medium"/>
              <a:buNone/>
              <a:defRPr sz="16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oppins Medium"/>
              <a:buNone/>
              <a:defRPr sz="16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oppins Medium"/>
              <a:buNone/>
              <a:defRPr sz="16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oppins Medium"/>
              <a:buNone/>
              <a:defRPr sz="16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oppins Medium"/>
              <a:buNone/>
              <a:defRPr sz="16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oppins Medium"/>
              <a:buNone/>
              <a:defRPr sz="16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10951088" y="6463067"/>
            <a:ext cx="762400" cy="31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65" name="Google Shape;65;p16" descr="A colorful logo with black background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751325" y="6540349"/>
            <a:ext cx="194776" cy="155851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6"/>
          <p:cNvSpPr txBox="1"/>
          <p:nvPr/>
        </p:nvSpPr>
        <p:spPr>
          <a:xfrm>
            <a:off x="133633" y="6463067"/>
            <a:ext cx="1439600" cy="3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2147557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11">
          <p15:clr>
            <a:srgbClr val="E46962"/>
          </p15:clr>
        </p15:guide>
        <p15:guide id="2" pos="5644">
          <p15:clr>
            <a:srgbClr val="E46962"/>
          </p15:clr>
        </p15:guide>
        <p15:guide id="3" orient="horz" pos="3008">
          <p15:clr>
            <a:srgbClr val="E46962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 userDrawn="1">
  <p:cSld name="1_Custom Layout 1">
    <p:bg>
      <p:bgPr>
        <a:solidFill>
          <a:srgbClr val="FCF8FF">
            <a:alpha val="80000"/>
          </a:srgbClr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>
            <a:spLocks noGrp="1"/>
          </p:cNvSpPr>
          <p:nvPr>
            <p:ph type="title"/>
          </p:nvPr>
        </p:nvSpPr>
        <p:spPr>
          <a:xfrm>
            <a:off x="1444283" y="338260"/>
            <a:ext cx="6533948" cy="426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45700" rIns="91425" bIns="45700" anchor="ctr" anchorCtr="0">
            <a:noAutofit/>
          </a:bodyPr>
          <a:lstStyle>
            <a:lvl1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tx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9" name="Google Shape;59;p15"/>
          <p:cNvSpPr txBox="1">
            <a:spLocks noGrp="1"/>
          </p:cNvSpPr>
          <p:nvPr>
            <p:ph type="sldNum" idx="12"/>
          </p:nvPr>
        </p:nvSpPr>
        <p:spPr>
          <a:xfrm>
            <a:off x="10951088" y="6463067"/>
            <a:ext cx="762400" cy="31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60" name="Google Shape;60;p15" descr="A colorful logo with black background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751325" y="6540349"/>
            <a:ext cx="194776" cy="155851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5"/>
          <p:cNvSpPr txBox="1">
            <a:spLocks noChangeAspect="1"/>
          </p:cNvSpPr>
          <p:nvPr/>
        </p:nvSpPr>
        <p:spPr>
          <a:xfrm>
            <a:off x="133633" y="6463067"/>
            <a:ext cx="950283" cy="3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53611D5-BFCD-8FD3-3C18-8578FAB839C4}"/>
              </a:ext>
            </a:extLst>
          </p:cNvPr>
          <p:cNvSpPr/>
          <p:nvPr userDrawn="1"/>
        </p:nvSpPr>
        <p:spPr>
          <a:xfrm>
            <a:off x="234954" y="1310117"/>
            <a:ext cx="3788409" cy="4889868"/>
          </a:xfrm>
          <a:prstGeom prst="roundRect">
            <a:avLst>
              <a:gd name="adj" fmla="val 3454"/>
            </a:avLst>
          </a:prstGeom>
          <a:solidFill>
            <a:srgbClr val="0A0B2B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B9F4885-4A43-C970-99CB-A59B4D2DD4A5}"/>
              </a:ext>
            </a:extLst>
          </p:cNvPr>
          <p:cNvSpPr/>
          <p:nvPr userDrawn="1"/>
        </p:nvSpPr>
        <p:spPr>
          <a:xfrm>
            <a:off x="4189825" y="1307733"/>
            <a:ext cx="3788409" cy="4889868"/>
          </a:xfrm>
          <a:prstGeom prst="roundRect">
            <a:avLst>
              <a:gd name="adj" fmla="val 3454"/>
            </a:avLst>
          </a:prstGeom>
          <a:solidFill>
            <a:srgbClr val="0A0B2B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9798938-1513-B04E-108F-B9E226BBBDB7}"/>
              </a:ext>
            </a:extLst>
          </p:cNvPr>
          <p:cNvSpPr/>
          <p:nvPr userDrawn="1"/>
        </p:nvSpPr>
        <p:spPr>
          <a:xfrm>
            <a:off x="8157696" y="1307733"/>
            <a:ext cx="3788409" cy="4889868"/>
          </a:xfrm>
          <a:prstGeom prst="roundRect">
            <a:avLst>
              <a:gd name="adj" fmla="val 3454"/>
            </a:avLst>
          </a:prstGeom>
          <a:solidFill>
            <a:srgbClr val="0A0B2B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F003C1F-5228-B17F-75F4-29D85656CEB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34951" y="347133"/>
            <a:ext cx="1195916" cy="406400"/>
          </a:xfrm>
          <a:prstGeom prst="roundRect">
            <a:avLst>
              <a:gd name="adj" fmla="val 23189"/>
            </a:avLst>
          </a:prstGeom>
          <a:noFill/>
          <a:ln>
            <a:solidFill>
              <a:srgbClr val="7300BF"/>
            </a:solidFill>
          </a:ln>
        </p:spPr>
        <p:txBody>
          <a:bodyPr anchor="ctr">
            <a:noAutofit/>
          </a:bodyPr>
          <a:lstStyle>
            <a:lvl1pPr algn="ctr">
              <a:defRPr sz="1067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F4EC602-6FA7-D89B-712C-9C762F086099}"/>
              </a:ext>
            </a:extLst>
          </p:cNvPr>
          <p:cNvSpPr>
            <a:spLocks noGrp="1" noChangeAspect="1"/>
          </p:cNvSpPr>
          <p:nvPr>
            <p:ph idx="21"/>
          </p:nvPr>
        </p:nvSpPr>
        <p:spPr>
          <a:xfrm>
            <a:off x="4404727" y="1187531"/>
            <a:ext cx="3403980" cy="5081876"/>
          </a:xfrm>
          <a:prstGeom prst="rect">
            <a:avLst/>
          </a:prstGeom>
        </p:spPr>
        <p:txBody>
          <a:bodyPr/>
          <a:lstStyle>
            <a:lvl1pPr marL="3048" indent="0">
              <a:lnSpc>
                <a:spcPct val="110000"/>
              </a:lnSpc>
              <a:spcBef>
                <a:spcPts val="533"/>
              </a:spcBef>
              <a:buClr>
                <a:schemeClr val="bg2"/>
              </a:buClr>
              <a:buFont typeface="Poppins" panose="00000500000000000000" pitchFamily="2" charset="0"/>
              <a:buNone/>
              <a:defRPr sz="1333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309011" indent="-230701">
              <a:lnSpc>
                <a:spcPct val="110000"/>
              </a:lnSpc>
              <a:spcBef>
                <a:spcPts val="533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12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29127" indent="-228584">
              <a:lnSpc>
                <a:spcPct val="110000"/>
              </a:lnSpc>
              <a:spcBef>
                <a:spcPts val="533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1067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759828" indent="-230701">
              <a:lnSpc>
                <a:spcPct val="110000"/>
              </a:lnSpc>
              <a:spcBef>
                <a:spcPts val="533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933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988410" indent="-228584">
              <a:lnSpc>
                <a:spcPct val="110000"/>
              </a:lnSpc>
              <a:spcBef>
                <a:spcPts val="533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55B7F43-1189-E7F2-DBFC-A5103DC33F4F}"/>
              </a:ext>
            </a:extLst>
          </p:cNvPr>
          <p:cNvSpPr>
            <a:spLocks noGrp="1" noChangeAspect="1"/>
          </p:cNvSpPr>
          <p:nvPr>
            <p:ph idx="1"/>
          </p:nvPr>
        </p:nvSpPr>
        <p:spPr>
          <a:xfrm>
            <a:off x="424607" y="1187531"/>
            <a:ext cx="3403980" cy="5081876"/>
          </a:xfrm>
          <a:prstGeom prst="rect">
            <a:avLst/>
          </a:prstGeom>
        </p:spPr>
        <p:txBody>
          <a:bodyPr/>
          <a:lstStyle>
            <a:lvl1pPr marL="3048" indent="0">
              <a:lnSpc>
                <a:spcPct val="110000"/>
              </a:lnSpc>
              <a:spcBef>
                <a:spcPts val="533"/>
              </a:spcBef>
              <a:buClr>
                <a:schemeClr val="bg2"/>
              </a:buClr>
              <a:buFont typeface="Poppins" panose="00000500000000000000" pitchFamily="2" charset="0"/>
              <a:buNone/>
              <a:defRPr sz="1333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309011" indent="-230701">
              <a:lnSpc>
                <a:spcPct val="110000"/>
              </a:lnSpc>
              <a:spcBef>
                <a:spcPts val="533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12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29127" indent="-228584">
              <a:lnSpc>
                <a:spcPct val="110000"/>
              </a:lnSpc>
              <a:spcBef>
                <a:spcPts val="533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1067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759828" indent="-230701">
              <a:lnSpc>
                <a:spcPct val="110000"/>
              </a:lnSpc>
              <a:spcBef>
                <a:spcPts val="533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933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988410" indent="-228584">
              <a:lnSpc>
                <a:spcPct val="110000"/>
              </a:lnSpc>
              <a:spcBef>
                <a:spcPts val="533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8DFCFF9E-6953-13D1-910E-AC97DE3D04BE}"/>
              </a:ext>
            </a:extLst>
          </p:cNvPr>
          <p:cNvSpPr>
            <a:spLocks noGrp="1" noChangeAspect="1"/>
          </p:cNvSpPr>
          <p:nvPr>
            <p:ph idx="22"/>
          </p:nvPr>
        </p:nvSpPr>
        <p:spPr>
          <a:xfrm>
            <a:off x="8372595" y="1190287"/>
            <a:ext cx="3403980" cy="5081876"/>
          </a:xfrm>
          <a:prstGeom prst="rect">
            <a:avLst/>
          </a:prstGeom>
        </p:spPr>
        <p:txBody>
          <a:bodyPr/>
          <a:lstStyle>
            <a:lvl1pPr marL="3048" indent="0">
              <a:lnSpc>
                <a:spcPct val="110000"/>
              </a:lnSpc>
              <a:spcBef>
                <a:spcPts val="533"/>
              </a:spcBef>
              <a:buClr>
                <a:schemeClr val="bg2"/>
              </a:buClr>
              <a:buFont typeface="Poppins" panose="00000500000000000000" pitchFamily="2" charset="0"/>
              <a:buNone/>
              <a:defRPr sz="1333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309011" indent="-230701">
              <a:lnSpc>
                <a:spcPct val="110000"/>
              </a:lnSpc>
              <a:spcBef>
                <a:spcPts val="533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12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29127" indent="-228584">
              <a:lnSpc>
                <a:spcPct val="110000"/>
              </a:lnSpc>
              <a:spcBef>
                <a:spcPts val="533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1067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759828" indent="-230701">
              <a:lnSpc>
                <a:spcPct val="110000"/>
              </a:lnSpc>
              <a:spcBef>
                <a:spcPts val="533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933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988410" indent="-228584">
              <a:lnSpc>
                <a:spcPct val="110000"/>
              </a:lnSpc>
              <a:spcBef>
                <a:spcPts val="533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88C365A-77A8-BD60-CC97-34727A49B5BD}"/>
              </a:ext>
            </a:extLst>
          </p:cNvPr>
          <p:cNvSpPr/>
          <p:nvPr userDrawn="1"/>
        </p:nvSpPr>
        <p:spPr>
          <a:xfrm>
            <a:off x="8144696" y="1307733"/>
            <a:ext cx="3788409" cy="4889868"/>
          </a:xfrm>
          <a:prstGeom prst="roundRect">
            <a:avLst>
              <a:gd name="adj" fmla="val 3454"/>
            </a:avLst>
          </a:prstGeom>
          <a:noFill/>
          <a:ln w="762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9992124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644">
          <p15:clr>
            <a:srgbClr val="E46962"/>
          </p15:clr>
        </p15:guide>
        <p15:guide id="3" orient="horz" pos="468">
          <p15:clr>
            <a:srgbClr val="E46962"/>
          </p15:clr>
        </p15:guide>
        <p15:guide id="4" orient="horz" pos="2988">
          <p15:clr>
            <a:srgbClr val="FBAE40"/>
          </p15:clr>
        </p15:guide>
        <p15:guide id="6" pos="2928">
          <p15:clr>
            <a:srgbClr val="FBAE40"/>
          </p15:clr>
        </p15:guide>
        <p15:guide id="7" pos="3024">
          <p15:clr>
            <a:srgbClr val="FBAE40"/>
          </p15:clr>
        </p15:guide>
        <p15:guide id="8" pos="96">
          <p15:clr>
            <a:srgbClr val="FBAE40"/>
          </p15:clr>
        </p15:guide>
        <p15:guide id="9" pos="192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>
  <p:cSld name="1_Custom Layout 1">
    <p:bg>
      <p:bgPr>
        <a:solidFill>
          <a:srgbClr val="FCF8FF">
            <a:alpha val="80000"/>
          </a:srgbClr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>
            <a:spLocks noGrp="1"/>
          </p:cNvSpPr>
          <p:nvPr>
            <p:ph type="title"/>
          </p:nvPr>
        </p:nvSpPr>
        <p:spPr>
          <a:xfrm>
            <a:off x="2224932" y="172312"/>
            <a:ext cx="97212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45700" rIns="91425" bIns="45700" anchor="ctr" anchorCtr="0">
            <a:noAutofit/>
          </a:bodyPr>
          <a:lstStyle>
            <a:lvl1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/>
          </a:p>
        </p:txBody>
      </p:sp>
      <p:sp>
        <p:nvSpPr>
          <p:cNvPr id="59" name="Google Shape;59;p15"/>
          <p:cNvSpPr txBox="1">
            <a:spLocks noGrp="1"/>
          </p:cNvSpPr>
          <p:nvPr>
            <p:ph type="sldNum" idx="12"/>
          </p:nvPr>
        </p:nvSpPr>
        <p:spPr>
          <a:xfrm>
            <a:off x="10951088" y="6463067"/>
            <a:ext cx="762400" cy="31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60" name="Google Shape;60;p15" descr="A colorful logo with black background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751325" y="6540349"/>
            <a:ext cx="194776" cy="15585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61;p15">
            <a:extLst>
              <a:ext uri="{FF2B5EF4-FFF2-40B4-BE49-F238E27FC236}">
                <a16:creationId xmlns:a16="http://schemas.microsoft.com/office/drawing/2014/main" id="{5280642B-34AB-547B-C54F-8343C3E16A17}"/>
              </a:ext>
            </a:extLst>
          </p:cNvPr>
          <p:cNvSpPr txBox="1"/>
          <p:nvPr userDrawn="1"/>
        </p:nvSpPr>
        <p:spPr>
          <a:xfrm>
            <a:off x="133633" y="6463067"/>
            <a:ext cx="1439600" cy="3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9116907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11">
          <p15:clr>
            <a:srgbClr val="E46962"/>
          </p15:clr>
        </p15:guide>
        <p15:guide id="2" pos="5644">
          <p15:clr>
            <a:srgbClr val="E46962"/>
          </p15:clr>
        </p15:guide>
        <p15:guide id="3" orient="horz" pos="3008">
          <p15:clr>
            <a:srgbClr val="E46962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 userDrawn="1">
  <p:cSld name="1_Custom Layout 1">
    <p:bg>
      <p:bgPr>
        <a:solidFill>
          <a:schemeClr val="bg1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>
            <a:spLocks noGrp="1"/>
          </p:cNvSpPr>
          <p:nvPr>
            <p:ph type="title"/>
          </p:nvPr>
        </p:nvSpPr>
        <p:spPr>
          <a:xfrm>
            <a:off x="1444283" y="337315"/>
            <a:ext cx="6498187" cy="426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45700" rIns="91425" bIns="45700" anchor="ctr" anchorCtr="0">
            <a:noAutofit/>
          </a:bodyPr>
          <a:lstStyle>
            <a:lvl1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tx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/>
          </a:p>
        </p:txBody>
      </p:sp>
      <p:sp>
        <p:nvSpPr>
          <p:cNvPr id="59" name="Google Shape;59;p15"/>
          <p:cNvSpPr txBox="1">
            <a:spLocks noGrp="1"/>
          </p:cNvSpPr>
          <p:nvPr>
            <p:ph type="sldNum" idx="12"/>
          </p:nvPr>
        </p:nvSpPr>
        <p:spPr>
          <a:xfrm>
            <a:off x="10951088" y="6463067"/>
            <a:ext cx="762400" cy="31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60" name="Google Shape;60;p15" descr="A colorful logo with black background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751325" y="6540349"/>
            <a:ext cx="194776" cy="155851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5"/>
          <p:cNvSpPr txBox="1">
            <a:spLocks noChangeAspect="1"/>
          </p:cNvSpPr>
          <p:nvPr/>
        </p:nvSpPr>
        <p:spPr>
          <a:xfrm>
            <a:off x="133633" y="6463067"/>
            <a:ext cx="2937711" cy="3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C0B47534-CEEA-B0A2-1F01-6874548A6EC5}"/>
              </a:ext>
            </a:extLst>
          </p:cNvPr>
          <p:cNvSpPr>
            <a:spLocks noGrp="1" noChangeAspect="1"/>
          </p:cNvSpPr>
          <p:nvPr>
            <p:ph type="body" idx="14"/>
          </p:nvPr>
        </p:nvSpPr>
        <p:spPr>
          <a:xfrm>
            <a:off x="282714" y="990600"/>
            <a:ext cx="11430775" cy="28882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333">
                <a:solidFill>
                  <a:schemeClr val="tx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7588B-69E1-FBC3-B0E1-F376867B240D}"/>
              </a:ext>
            </a:extLst>
          </p:cNvPr>
          <p:cNvSpPr txBox="1">
            <a:spLocks/>
          </p:cNvSpPr>
          <p:nvPr userDrawn="1"/>
        </p:nvSpPr>
        <p:spPr>
          <a:xfrm>
            <a:off x="234949" y="347000"/>
            <a:ext cx="1209333" cy="40719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400" kern="1200">
                <a:solidFill>
                  <a:schemeClr val="bg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067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3D3F85A6-4EA7-2673-E0C3-3779EFDEE6F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34951" y="347133"/>
            <a:ext cx="1195916" cy="406400"/>
          </a:xfrm>
          <a:prstGeom prst="roundRect">
            <a:avLst>
              <a:gd name="adj" fmla="val 14493"/>
            </a:avLst>
          </a:prstGeom>
          <a:noFill/>
          <a:ln>
            <a:solidFill>
              <a:srgbClr val="7300BF"/>
            </a:solidFill>
          </a:ln>
        </p:spPr>
        <p:txBody>
          <a:bodyPr anchor="ctr">
            <a:noAutofit/>
          </a:bodyPr>
          <a:lstStyle>
            <a:lvl1pPr algn="ctr">
              <a:defRPr sz="1067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675F6A8-F7E1-6453-0503-FD7B84F0BDDD}"/>
              </a:ext>
            </a:extLst>
          </p:cNvPr>
          <p:cNvSpPr>
            <a:spLocks noGrp="1" noChangeAspect="1"/>
          </p:cNvSpPr>
          <p:nvPr>
            <p:ph idx="1"/>
          </p:nvPr>
        </p:nvSpPr>
        <p:spPr>
          <a:xfrm>
            <a:off x="402872" y="1397001"/>
            <a:ext cx="11338560" cy="4854004"/>
          </a:xfrm>
          <a:prstGeom prst="rect">
            <a:avLst/>
          </a:prstGeom>
        </p:spPr>
        <p:txBody>
          <a:bodyPr/>
          <a:lstStyle>
            <a:lvl1pPr marL="3048" indent="0">
              <a:lnSpc>
                <a:spcPct val="110000"/>
              </a:lnSpc>
              <a:spcBef>
                <a:spcPts val="533"/>
              </a:spcBef>
              <a:buClr>
                <a:schemeClr val="bg2"/>
              </a:buClr>
              <a:buFont typeface="Poppins" panose="00000500000000000000" pitchFamily="2" charset="0"/>
              <a:buNone/>
              <a:defRPr sz="1333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309026" indent="-228594">
              <a:lnSpc>
                <a:spcPct val="110000"/>
              </a:lnSpc>
              <a:spcBef>
                <a:spcPts val="533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1333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29153" indent="-228594">
              <a:lnSpc>
                <a:spcPct val="110000"/>
              </a:lnSpc>
              <a:spcBef>
                <a:spcPts val="533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tabLst>
                <a:tab pos="529153" algn="l"/>
              </a:tabLst>
              <a:defRPr sz="12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759865" indent="-228594">
              <a:lnSpc>
                <a:spcPct val="110000"/>
              </a:lnSpc>
              <a:spcBef>
                <a:spcPts val="533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1067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988459" indent="-228594">
              <a:lnSpc>
                <a:spcPct val="110000"/>
              </a:lnSpc>
              <a:spcBef>
                <a:spcPts val="533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933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756011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644">
          <p15:clr>
            <a:srgbClr val="E46962"/>
          </p15:clr>
        </p15:guide>
        <p15:guide id="3" orient="horz" pos="468">
          <p15:clr>
            <a:srgbClr val="E46962"/>
          </p15:clr>
        </p15:guide>
        <p15:guide id="4" orient="horz" pos="2988">
          <p15:clr>
            <a:srgbClr val="FBAE40"/>
          </p15:clr>
        </p15:guide>
        <p15:guide id="6" pos="2928">
          <p15:clr>
            <a:srgbClr val="FBAE40"/>
          </p15:clr>
        </p15:guide>
        <p15:guide id="7" pos="3024">
          <p15:clr>
            <a:srgbClr val="FBAE40"/>
          </p15:clr>
        </p15:guide>
        <p15:guide id="8" pos="96">
          <p15:clr>
            <a:srgbClr val="FBAE40"/>
          </p15:clr>
        </p15:guide>
        <p15:guide id="9" pos="192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9_Quiver - White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04ADBB-2942-9EB6-C21C-34BAEB2A73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595" y="1377239"/>
            <a:ext cx="11173096" cy="4631675"/>
          </a:xfrm>
        </p:spPr>
        <p:txBody>
          <a:bodyPr/>
          <a:lstStyle>
            <a:lvl1pPr>
              <a:defRPr>
                <a:latin typeface="Franklin Gothic Book" panose="020B0503020102020204" pitchFamily="34" charset="0"/>
              </a:defRPr>
            </a:lvl1pPr>
            <a:lvl2pPr>
              <a:defRPr>
                <a:latin typeface="Franklin Gothic Book" panose="020B0503020102020204" pitchFamily="34" charset="0"/>
              </a:defRPr>
            </a:lvl2pPr>
            <a:lvl3pPr>
              <a:defRPr>
                <a:latin typeface="Franklin Gothic Book" panose="020B0503020102020204" pitchFamily="34" charset="0"/>
              </a:defRPr>
            </a:lvl3pPr>
            <a:lvl4pPr>
              <a:defRPr>
                <a:latin typeface="Franklin Gothic Book" panose="020B0503020102020204" pitchFamily="34" charset="0"/>
              </a:defRPr>
            </a:lvl4pPr>
            <a:lvl5pPr>
              <a:defRPr>
                <a:latin typeface="Franklin Gothic Book" panose="020B05030201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F5AC641-6439-1EAF-CA7C-1EEB46DA0C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0595" y="314795"/>
            <a:ext cx="11173096" cy="712815"/>
          </a:xfrm>
        </p:spPr>
        <p:txBody>
          <a:bodyPr anchor="b">
            <a:normAutofit/>
          </a:bodyPr>
          <a:lstStyle>
            <a:lvl1pPr algn="l">
              <a:defRPr sz="3200">
                <a:latin typeface="Franklin Gothic Book" panose="020B0503020102020204" pitchFamily="34" charset="0"/>
                <a:cs typeface="Poppins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0278437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E410B-5ECA-0719-DCDE-02FE930A5F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36819C-6C7A-293E-57A8-D8F294849F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6794F2-20F7-7FF7-905C-46F8A21B88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4B5AFA-D702-B3A7-AFFC-0CC4DF390C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D6559C4-7B11-B196-6296-7CB66F7B82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291A2F-923D-39EA-0072-F2F013D3F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8BDC1-110F-4CC2-91D3-19681BF866BA}" type="datetimeFigureOut">
              <a:rPr lang="en-US" smtClean="0"/>
              <a:t>3/25/26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4A7E8CC-0098-8BB5-0F80-A621C917F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DE5BDB2-4A0C-986A-DC96-0B9C8EBD6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E5A30-9A26-4E43-B015-F7147776C0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68484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Quiver - White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04ADBB-2942-9EB6-C21C-34BAEB2A73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595" y="1377240"/>
            <a:ext cx="11173096" cy="4631675"/>
          </a:xfrm>
        </p:spPr>
        <p:txBody>
          <a:bodyPr/>
          <a:lstStyle>
            <a:lvl1pPr>
              <a:defRPr>
                <a:latin typeface="Franklin Gothic Book" panose="020B0503020102020204" pitchFamily="34" charset="0"/>
              </a:defRPr>
            </a:lvl1pPr>
            <a:lvl2pPr>
              <a:defRPr>
                <a:latin typeface="Franklin Gothic Book" panose="020B0503020102020204" pitchFamily="34" charset="0"/>
              </a:defRPr>
            </a:lvl2pPr>
            <a:lvl3pPr>
              <a:defRPr>
                <a:latin typeface="Franklin Gothic Book" panose="020B0503020102020204" pitchFamily="34" charset="0"/>
              </a:defRPr>
            </a:lvl3pPr>
            <a:lvl4pPr>
              <a:defRPr>
                <a:latin typeface="Franklin Gothic Book" panose="020B0503020102020204" pitchFamily="34" charset="0"/>
              </a:defRPr>
            </a:lvl4pPr>
            <a:lvl5pPr>
              <a:defRPr>
                <a:latin typeface="Franklin Gothic Book" panose="020B05030201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F5AC641-6439-1EAF-CA7C-1EEB46DA0C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0595" y="314797"/>
            <a:ext cx="11173096" cy="712815"/>
          </a:xfrm>
        </p:spPr>
        <p:txBody>
          <a:bodyPr anchor="b">
            <a:normAutofit/>
          </a:bodyPr>
          <a:lstStyle>
            <a:lvl1pPr algn="l">
              <a:defRPr sz="3200">
                <a:latin typeface="Franklin Gothic Book" panose="020B0503020102020204" pitchFamily="34" charset="0"/>
                <a:cs typeface="Poppins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2" name="Google Shape;71;p17" descr="A white letter on a black background&#10;&#10;AI-generated content may be incorrect.">
            <a:extLst>
              <a:ext uri="{FF2B5EF4-FFF2-40B4-BE49-F238E27FC236}">
                <a16:creationId xmlns:a16="http://schemas.microsoft.com/office/drawing/2014/main" id="{876C2BFF-D0B8-419A-38C1-53EEEC792162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r="89183"/>
          <a:stretch/>
        </p:blipFill>
        <p:spPr>
          <a:xfrm>
            <a:off x="11751334" y="6539971"/>
            <a:ext cx="194769" cy="156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60;p15" descr="A colorful logo with black background&#10;&#10;AI-generated content may be incorrect.">
            <a:extLst>
              <a:ext uri="{FF2B5EF4-FFF2-40B4-BE49-F238E27FC236}">
                <a16:creationId xmlns:a16="http://schemas.microsoft.com/office/drawing/2014/main" id="{DCC02B78-76FF-CF95-B7F1-D635E573F72B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11751325" y="6540349"/>
            <a:ext cx="194776" cy="155851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59;p15">
            <a:extLst>
              <a:ext uri="{FF2B5EF4-FFF2-40B4-BE49-F238E27FC236}">
                <a16:creationId xmlns:a16="http://schemas.microsoft.com/office/drawing/2014/main" id="{981AD905-3D99-A46F-4F58-AECE36DE3CFA}"/>
              </a:ext>
            </a:extLst>
          </p:cNvPr>
          <p:cNvSpPr txBox="1">
            <a:spLocks noGrp="1"/>
          </p:cNvSpPr>
          <p:nvPr>
            <p:ph type="sldNum" idx="4"/>
          </p:nvPr>
        </p:nvSpPr>
        <p:spPr>
          <a:xfrm>
            <a:off x="10951088" y="6463067"/>
            <a:ext cx="762400" cy="31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defTabSz="1219170">
              <a:buClr>
                <a:srgbClr val="000000"/>
              </a:buClr>
              <a:defRPr/>
            </a:pPr>
            <a:fld id="{00000000-1234-1234-1234-123412341234}" type="slidenum">
              <a:rPr lang="en" kern="0" smtClean="0">
                <a:solidFill>
                  <a:srgbClr val="0B0A2B"/>
                </a:solidFill>
              </a:rPr>
              <a:pPr defTabSz="1219170">
                <a:buClr>
                  <a:srgbClr val="000000"/>
                </a:buClr>
                <a:defRPr/>
              </a:pPr>
              <a:t>‹#›</a:t>
            </a:fld>
            <a:endParaRPr lang="en" kern="0">
              <a:solidFill>
                <a:srgbClr val="0B0A2B"/>
              </a:solidFill>
            </a:endParaRPr>
          </a:p>
        </p:txBody>
      </p:sp>
      <p:sp>
        <p:nvSpPr>
          <p:cNvPr id="6" name="Google Shape;61;p15">
            <a:extLst>
              <a:ext uri="{FF2B5EF4-FFF2-40B4-BE49-F238E27FC236}">
                <a16:creationId xmlns:a16="http://schemas.microsoft.com/office/drawing/2014/main" id="{989ED373-9F76-00E7-3D94-B6DD3F9F9013}"/>
              </a:ext>
            </a:extLst>
          </p:cNvPr>
          <p:cNvSpPr txBox="1"/>
          <p:nvPr userDrawn="1"/>
        </p:nvSpPr>
        <p:spPr>
          <a:xfrm>
            <a:off x="133633" y="6463067"/>
            <a:ext cx="1439600" cy="3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Confidential</a:t>
            </a:r>
            <a:endParaRPr sz="933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68905766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6_Blank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44F21-D08B-2594-A34D-185579C82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04ADBB-2942-9EB6-C21C-34BAEB2A73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3DB293-9D8A-4E36-4FB5-E88FA8201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1219170">
              <a:buClr>
                <a:srgbClr val="000000"/>
              </a:buClr>
              <a:defRPr/>
            </a:pPr>
            <a:fld id="{D3902FC4-A05A-40E2-9102-7AA6683E0DED}" type="datetime1">
              <a:rPr lang="en-US" sz="1867" kern="0" smtClean="0">
                <a:solidFill>
                  <a:srgbClr val="000000"/>
                </a:solidFill>
                <a:cs typeface="Arial"/>
                <a:sym typeface="Arial"/>
              </a:rPr>
              <a:pPr defTabSz="1219170">
                <a:buClr>
                  <a:srgbClr val="000000"/>
                </a:buClr>
                <a:defRPr/>
              </a:pPr>
              <a:t>3/25/26</a:t>
            </a:fld>
            <a:endParaRPr lang="en-US"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783323-6C37-6F8D-6DC0-087F3B257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1219170">
              <a:buClr>
                <a:srgbClr val="000000"/>
              </a:buClr>
              <a:defRPr/>
            </a:pPr>
            <a:endParaRPr lang="en-US"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298CEE-83BD-B63C-0C63-ED4A019E4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219170">
              <a:buClr>
                <a:srgbClr val="000000"/>
              </a:buClr>
              <a:defRPr/>
            </a:pPr>
            <a:fld id="{E547683A-CE1D-734C-938A-426871A0A0BB}" type="slidenum">
              <a:rPr lang="en-US" kern="0" smtClean="0">
                <a:solidFill>
                  <a:srgbClr val="7300BF"/>
                </a:solidFill>
              </a:rPr>
              <a:pPr defTabSz="1219170">
                <a:buClr>
                  <a:srgbClr val="000000"/>
                </a:buClr>
                <a:defRPr/>
              </a:pPr>
              <a:t>‹#›</a:t>
            </a:fld>
            <a:endParaRPr lang="en-US" kern="0">
              <a:solidFill>
                <a:srgbClr val="7300B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259552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 userDrawn="1">
  <p:cSld name="1_Custom Layout 1">
    <p:bg>
      <p:bgPr>
        <a:solidFill>
          <a:schemeClr val="bg1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>
            <a:spLocks noGrp="1"/>
          </p:cNvSpPr>
          <p:nvPr>
            <p:ph type="title"/>
          </p:nvPr>
        </p:nvSpPr>
        <p:spPr>
          <a:xfrm>
            <a:off x="1444283" y="337315"/>
            <a:ext cx="6498187" cy="426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45700" rIns="91425" bIns="45700" anchor="ctr" anchorCtr="0">
            <a:noAutofit/>
          </a:bodyPr>
          <a:lstStyle>
            <a:lvl1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tx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9" name="Google Shape;59;p15"/>
          <p:cNvSpPr txBox="1">
            <a:spLocks noGrp="1"/>
          </p:cNvSpPr>
          <p:nvPr>
            <p:ph type="sldNum" idx="12"/>
          </p:nvPr>
        </p:nvSpPr>
        <p:spPr>
          <a:xfrm>
            <a:off x="10951088" y="6463067"/>
            <a:ext cx="762400" cy="31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60" name="Google Shape;60;p15" descr="A colorful logo with black background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751325" y="6540349"/>
            <a:ext cx="194776" cy="155851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5"/>
          <p:cNvSpPr txBox="1">
            <a:spLocks noChangeAspect="1"/>
          </p:cNvSpPr>
          <p:nvPr/>
        </p:nvSpPr>
        <p:spPr>
          <a:xfrm>
            <a:off x="133633" y="6463067"/>
            <a:ext cx="2937711" cy="3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C0B47534-CEEA-B0A2-1F01-6874548A6EC5}"/>
              </a:ext>
            </a:extLst>
          </p:cNvPr>
          <p:cNvSpPr>
            <a:spLocks noGrp="1" noChangeAspect="1"/>
          </p:cNvSpPr>
          <p:nvPr>
            <p:ph type="body" idx="14"/>
          </p:nvPr>
        </p:nvSpPr>
        <p:spPr>
          <a:xfrm>
            <a:off x="282714" y="990600"/>
            <a:ext cx="11430775" cy="28882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333">
                <a:solidFill>
                  <a:schemeClr val="tx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7588B-69E1-FBC3-B0E1-F376867B240D}"/>
              </a:ext>
            </a:extLst>
          </p:cNvPr>
          <p:cNvSpPr txBox="1">
            <a:spLocks/>
          </p:cNvSpPr>
          <p:nvPr userDrawn="1"/>
        </p:nvSpPr>
        <p:spPr>
          <a:xfrm>
            <a:off x="234950" y="347001"/>
            <a:ext cx="1209333" cy="40719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400" kern="1200">
                <a:solidFill>
                  <a:schemeClr val="bg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067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3D3F85A6-4EA7-2673-E0C3-3779EFDEE6F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34951" y="347133"/>
            <a:ext cx="1195916" cy="406400"/>
          </a:xfrm>
          <a:prstGeom prst="roundRect">
            <a:avLst>
              <a:gd name="adj" fmla="val 14493"/>
            </a:avLst>
          </a:prstGeom>
          <a:noFill/>
          <a:ln>
            <a:solidFill>
              <a:srgbClr val="7300BF"/>
            </a:solidFill>
          </a:ln>
        </p:spPr>
        <p:txBody>
          <a:bodyPr anchor="ctr">
            <a:noAutofit/>
          </a:bodyPr>
          <a:lstStyle>
            <a:lvl1pPr algn="ctr">
              <a:defRPr sz="1067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675F6A8-F7E1-6453-0503-FD7B84F0BDDD}"/>
              </a:ext>
            </a:extLst>
          </p:cNvPr>
          <p:cNvSpPr>
            <a:spLocks noGrp="1" noChangeAspect="1"/>
          </p:cNvSpPr>
          <p:nvPr>
            <p:ph idx="1"/>
          </p:nvPr>
        </p:nvSpPr>
        <p:spPr>
          <a:xfrm>
            <a:off x="402872" y="1397001"/>
            <a:ext cx="11338560" cy="4854004"/>
          </a:xfrm>
          <a:prstGeom prst="rect">
            <a:avLst/>
          </a:prstGeom>
        </p:spPr>
        <p:txBody>
          <a:bodyPr/>
          <a:lstStyle>
            <a:lvl1pPr marL="3048" indent="0">
              <a:lnSpc>
                <a:spcPct val="110000"/>
              </a:lnSpc>
              <a:spcBef>
                <a:spcPts val="533"/>
              </a:spcBef>
              <a:buClr>
                <a:schemeClr val="bg2"/>
              </a:buClr>
              <a:buFont typeface="Poppins" panose="00000500000000000000" pitchFamily="2" charset="0"/>
              <a:buNone/>
              <a:defRPr sz="1333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309026" indent="-228594">
              <a:lnSpc>
                <a:spcPct val="110000"/>
              </a:lnSpc>
              <a:spcBef>
                <a:spcPts val="533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1333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29153" indent="-228594">
              <a:lnSpc>
                <a:spcPct val="110000"/>
              </a:lnSpc>
              <a:spcBef>
                <a:spcPts val="533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tabLst>
                <a:tab pos="529153" algn="l"/>
              </a:tabLst>
              <a:defRPr sz="12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759865" indent="-228594">
              <a:lnSpc>
                <a:spcPct val="110000"/>
              </a:lnSpc>
              <a:spcBef>
                <a:spcPts val="533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1067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988459" indent="-228594">
              <a:lnSpc>
                <a:spcPct val="110000"/>
              </a:lnSpc>
              <a:spcBef>
                <a:spcPts val="533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933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Google Shape;61;p15">
            <a:extLst>
              <a:ext uri="{FF2B5EF4-FFF2-40B4-BE49-F238E27FC236}">
                <a16:creationId xmlns:a16="http://schemas.microsoft.com/office/drawing/2014/main" id="{D91BDDC8-491D-D545-729B-59991F1C17BF}"/>
              </a:ext>
            </a:extLst>
          </p:cNvPr>
          <p:cNvSpPr txBox="1">
            <a:spLocks noChangeAspect="1"/>
          </p:cNvSpPr>
          <p:nvPr userDrawn="1"/>
        </p:nvSpPr>
        <p:spPr>
          <a:xfrm>
            <a:off x="929" y="6386357"/>
            <a:ext cx="4371164" cy="41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2533" tIns="162533" rIns="162533" bIns="162533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Proprietary and Confidential</a:t>
            </a:r>
            <a:br>
              <a:rPr lang="en-US"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© 2025 Quiver Bioscience Inc.  All Rights Reserved</a:t>
            </a:r>
            <a:endParaRPr sz="933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26336112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644">
          <p15:clr>
            <a:srgbClr val="E46962"/>
          </p15:clr>
        </p15:guide>
        <p15:guide id="3" orient="horz" pos="468">
          <p15:clr>
            <a:srgbClr val="E46962"/>
          </p15:clr>
        </p15:guide>
        <p15:guide id="4" orient="horz" pos="2988">
          <p15:clr>
            <a:srgbClr val="FBAE40"/>
          </p15:clr>
        </p15:guide>
        <p15:guide id="6" pos="2928">
          <p15:clr>
            <a:srgbClr val="FBAE40"/>
          </p15:clr>
        </p15:guide>
        <p15:guide id="7" pos="3024">
          <p15:clr>
            <a:srgbClr val="FBAE40"/>
          </p15:clr>
        </p15:guide>
        <p15:guide id="8" pos="96">
          <p15:clr>
            <a:srgbClr val="FBAE40"/>
          </p15:clr>
        </p15:guide>
        <p15:guide id="9" pos="192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 userDrawn="1">
  <p:cSld name="1_Custom Layout 1">
    <p:bg>
      <p:bgPr>
        <a:solidFill>
          <a:schemeClr val="bg1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>
            <a:spLocks noGrp="1"/>
          </p:cNvSpPr>
          <p:nvPr>
            <p:ph type="title"/>
          </p:nvPr>
        </p:nvSpPr>
        <p:spPr>
          <a:xfrm>
            <a:off x="1444283" y="337315"/>
            <a:ext cx="6498187" cy="426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45700" rIns="91425" bIns="45700" anchor="ctr" anchorCtr="0">
            <a:noAutofit/>
          </a:bodyPr>
          <a:lstStyle>
            <a:lvl1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tx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9" name="Google Shape;59;p15"/>
          <p:cNvSpPr txBox="1">
            <a:spLocks noGrp="1"/>
          </p:cNvSpPr>
          <p:nvPr>
            <p:ph type="sldNum" idx="12"/>
          </p:nvPr>
        </p:nvSpPr>
        <p:spPr>
          <a:xfrm>
            <a:off x="10951088" y="6463067"/>
            <a:ext cx="762400" cy="31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60" name="Google Shape;60;p15" descr="A colorful logo with black background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751325" y="6540349"/>
            <a:ext cx="194776" cy="155851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5"/>
          <p:cNvSpPr txBox="1">
            <a:spLocks noChangeAspect="1"/>
          </p:cNvSpPr>
          <p:nvPr/>
        </p:nvSpPr>
        <p:spPr>
          <a:xfrm>
            <a:off x="133633" y="6463067"/>
            <a:ext cx="2937711" cy="3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C0B47534-CEEA-B0A2-1F01-6874548A6EC5}"/>
              </a:ext>
            </a:extLst>
          </p:cNvPr>
          <p:cNvSpPr>
            <a:spLocks noGrp="1" noChangeAspect="1"/>
          </p:cNvSpPr>
          <p:nvPr>
            <p:ph type="body" idx="14"/>
          </p:nvPr>
        </p:nvSpPr>
        <p:spPr>
          <a:xfrm>
            <a:off x="282714" y="990600"/>
            <a:ext cx="11430775" cy="28882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333">
                <a:solidFill>
                  <a:schemeClr val="tx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7588B-69E1-FBC3-B0E1-F376867B240D}"/>
              </a:ext>
            </a:extLst>
          </p:cNvPr>
          <p:cNvSpPr txBox="1">
            <a:spLocks/>
          </p:cNvSpPr>
          <p:nvPr userDrawn="1"/>
        </p:nvSpPr>
        <p:spPr>
          <a:xfrm>
            <a:off x="234950" y="347001"/>
            <a:ext cx="1209333" cy="40719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400" kern="1200">
                <a:solidFill>
                  <a:schemeClr val="bg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067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3D3F85A6-4EA7-2673-E0C3-3779EFDEE6F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34951" y="347133"/>
            <a:ext cx="1195916" cy="406400"/>
          </a:xfrm>
          <a:prstGeom prst="roundRect">
            <a:avLst>
              <a:gd name="adj" fmla="val 14493"/>
            </a:avLst>
          </a:prstGeom>
          <a:noFill/>
          <a:ln>
            <a:solidFill>
              <a:srgbClr val="7300BF"/>
            </a:solidFill>
          </a:ln>
        </p:spPr>
        <p:txBody>
          <a:bodyPr anchor="ctr">
            <a:noAutofit/>
          </a:bodyPr>
          <a:lstStyle>
            <a:lvl1pPr algn="ctr">
              <a:defRPr sz="1067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675F6A8-F7E1-6453-0503-FD7B84F0BDDD}"/>
              </a:ext>
            </a:extLst>
          </p:cNvPr>
          <p:cNvSpPr>
            <a:spLocks noGrp="1" noChangeAspect="1"/>
          </p:cNvSpPr>
          <p:nvPr>
            <p:ph idx="1"/>
          </p:nvPr>
        </p:nvSpPr>
        <p:spPr>
          <a:xfrm>
            <a:off x="402872" y="1397001"/>
            <a:ext cx="11338560" cy="4854004"/>
          </a:xfrm>
          <a:prstGeom prst="rect">
            <a:avLst/>
          </a:prstGeom>
        </p:spPr>
        <p:txBody>
          <a:bodyPr/>
          <a:lstStyle>
            <a:lvl1pPr marL="3048" indent="0">
              <a:lnSpc>
                <a:spcPct val="110000"/>
              </a:lnSpc>
              <a:spcBef>
                <a:spcPts val="533"/>
              </a:spcBef>
              <a:buClr>
                <a:schemeClr val="bg2"/>
              </a:buClr>
              <a:buFont typeface="Poppins" panose="00000500000000000000" pitchFamily="2" charset="0"/>
              <a:buNone/>
              <a:defRPr sz="1333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309026" indent="-228594">
              <a:lnSpc>
                <a:spcPct val="110000"/>
              </a:lnSpc>
              <a:spcBef>
                <a:spcPts val="533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1333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29153" indent="-228594">
              <a:lnSpc>
                <a:spcPct val="110000"/>
              </a:lnSpc>
              <a:spcBef>
                <a:spcPts val="533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tabLst>
                <a:tab pos="529153" algn="l"/>
              </a:tabLst>
              <a:defRPr sz="12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759865" indent="-228594">
              <a:lnSpc>
                <a:spcPct val="110000"/>
              </a:lnSpc>
              <a:spcBef>
                <a:spcPts val="533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1067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988459" indent="-228594">
              <a:lnSpc>
                <a:spcPct val="110000"/>
              </a:lnSpc>
              <a:spcBef>
                <a:spcPts val="533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933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Google Shape;61;p15">
            <a:extLst>
              <a:ext uri="{FF2B5EF4-FFF2-40B4-BE49-F238E27FC236}">
                <a16:creationId xmlns:a16="http://schemas.microsoft.com/office/drawing/2014/main" id="{D91BDDC8-491D-D545-729B-59991F1C17BF}"/>
              </a:ext>
            </a:extLst>
          </p:cNvPr>
          <p:cNvSpPr txBox="1">
            <a:spLocks noChangeAspect="1"/>
          </p:cNvSpPr>
          <p:nvPr userDrawn="1"/>
        </p:nvSpPr>
        <p:spPr>
          <a:xfrm>
            <a:off x="929" y="6386357"/>
            <a:ext cx="4371164" cy="41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2533" tIns="162533" rIns="162533" bIns="162533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31513974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644">
          <p15:clr>
            <a:srgbClr val="E46962"/>
          </p15:clr>
        </p15:guide>
        <p15:guide id="3" orient="horz" pos="468">
          <p15:clr>
            <a:srgbClr val="E46962"/>
          </p15:clr>
        </p15:guide>
        <p15:guide id="4" orient="horz" pos="2988">
          <p15:clr>
            <a:srgbClr val="FBAE40"/>
          </p15:clr>
        </p15:guide>
        <p15:guide id="6" pos="2928">
          <p15:clr>
            <a:srgbClr val="FBAE40"/>
          </p15:clr>
        </p15:guide>
        <p15:guide id="7" pos="3024">
          <p15:clr>
            <a:srgbClr val="FBAE40"/>
          </p15:clr>
        </p15:guide>
        <p15:guide id="8" pos="96">
          <p15:clr>
            <a:srgbClr val="FBAE40"/>
          </p15:clr>
        </p15:guide>
        <p15:guide id="9" pos="192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3">
  <p:cSld name="1_Custom Layout 3">
    <p:bg>
      <p:bgPr>
        <a:gradFill>
          <a:gsLst>
            <a:gs pos="0">
              <a:schemeClr val="dk2"/>
            </a:gs>
            <a:gs pos="50000">
              <a:schemeClr val="accent2"/>
            </a:gs>
            <a:gs pos="100000">
              <a:schemeClr val="accent5"/>
            </a:gs>
          </a:gsLst>
          <a:lin ang="0" scaled="0"/>
        </a:gradFill>
        <a:effectLst/>
      </p:bgPr>
    </p:bg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7" descr="A colorful logo with black background&#10;&#10;AI-generated content may be incorrect."/>
          <p:cNvPicPr preferRelativeResize="0"/>
          <p:nvPr/>
        </p:nvPicPr>
        <p:blipFill rotWithShape="1">
          <a:blip r:embed="rId2">
            <a:alphaModFix amt="28000"/>
          </a:blip>
          <a:srcRect l="25827" t="5879" r="14538" b="33444"/>
          <a:stretch/>
        </p:blipFill>
        <p:spPr>
          <a:xfrm>
            <a:off x="1" y="1"/>
            <a:ext cx="8425833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7"/>
          <p:cNvSpPr txBox="1">
            <a:spLocks noGrp="1"/>
          </p:cNvSpPr>
          <p:nvPr>
            <p:ph type="sldNum" idx="12"/>
          </p:nvPr>
        </p:nvSpPr>
        <p:spPr>
          <a:xfrm>
            <a:off x="10951088" y="6463067"/>
            <a:ext cx="762400" cy="31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71" name="Google Shape;71;p17" descr="A white letter on a black background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 r="89183"/>
          <a:stretch/>
        </p:blipFill>
        <p:spPr>
          <a:xfrm>
            <a:off x="11751333" y="6539971"/>
            <a:ext cx="194769" cy="15658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362645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11">
          <p15:clr>
            <a:srgbClr val="E46962"/>
          </p15:clr>
        </p15:guide>
        <p15:guide id="2" pos="5644">
          <p15:clr>
            <a:srgbClr val="E46962"/>
          </p15:clr>
        </p15:guide>
        <p15:guide id="3" orient="horz" pos="3008">
          <p15:clr>
            <a:srgbClr val="E46962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iver - White Title and Content">
  <p:cSld name="1_Quiver - White Title and Content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0"/>
          <p:cNvSpPr txBox="1">
            <a:spLocks noGrp="1"/>
          </p:cNvSpPr>
          <p:nvPr>
            <p:ph type="body" idx="1"/>
          </p:nvPr>
        </p:nvSpPr>
        <p:spPr>
          <a:xfrm>
            <a:off x="400595" y="1377239"/>
            <a:ext cx="11173200" cy="46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609585" lvl="0" indent="-482588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  <a:defRPr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1219170" lvl="1" indent="-457189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1828754" lvl="2" indent="-431789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2438339" lvl="3" indent="-423323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3047924" lvl="4" indent="-423323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3657509" lvl="5" indent="-423323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4267093" lvl="6" indent="-423323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4876678" lvl="7" indent="-423323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5486263" lvl="8" indent="-423323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4" name="Google Shape;84;p20"/>
          <p:cNvSpPr txBox="1">
            <a:spLocks noGrp="1"/>
          </p:cNvSpPr>
          <p:nvPr>
            <p:ph type="sldNum" idx="12"/>
          </p:nvPr>
        </p:nvSpPr>
        <p:spPr>
          <a:xfrm>
            <a:off x="11353800" y="6265555"/>
            <a:ext cx="4880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0" lvl="0" indent="0" algn="r">
              <a:spcBef>
                <a:spcPts val="0"/>
              </a:spcBef>
              <a:buNone/>
              <a:defRPr sz="10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lvl="1" indent="0" algn="r">
              <a:spcBef>
                <a:spcPts val="0"/>
              </a:spcBef>
              <a:buNone/>
              <a:defRPr sz="10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lvl="2" indent="0" algn="r">
              <a:spcBef>
                <a:spcPts val="0"/>
              </a:spcBef>
              <a:buNone/>
              <a:defRPr sz="10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lvl="3" indent="0" algn="r">
              <a:spcBef>
                <a:spcPts val="0"/>
              </a:spcBef>
              <a:buNone/>
              <a:defRPr sz="10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lvl="4" indent="0" algn="r">
              <a:spcBef>
                <a:spcPts val="0"/>
              </a:spcBef>
              <a:buNone/>
              <a:defRPr sz="10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lvl="5" indent="0" algn="r">
              <a:spcBef>
                <a:spcPts val="0"/>
              </a:spcBef>
              <a:buNone/>
              <a:defRPr sz="10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lvl="6" indent="0" algn="r">
              <a:spcBef>
                <a:spcPts val="0"/>
              </a:spcBef>
              <a:buNone/>
              <a:defRPr sz="10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lvl="7" indent="0" algn="r">
              <a:spcBef>
                <a:spcPts val="0"/>
              </a:spcBef>
              <a:buNone/>
              <a:defRPr sz="10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lvl="8" indent="0" algn="r">
              <a:spcBef>
                <a:spcPts val="0"/>
              </a:spcBef>
              <a:buNone/>
              <a:defRPr sz="10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85" name="Google Shape;85;p20"/>
          <p:cNvSpPr txBox="1">
            <a:spLocks noGrp="1"/>
          </p:cNvSpPr>
          <p:nvPr>
            <p:ph type="ctrTitle"/>
          </p:nvPr>
        </p:nvSpPr>
        <p:spPr>
          <a:xfrm>
            <a:off x="400595" y="314795"/>
            <a:ext cx="11173200" cy="7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ibre Franklin"/>
              <a:buNone/>
              <a:defRPr sz="32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8188556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1_Title slide">
    <p:bg>
      <p:bgPr>
        <a:solidFill>
          <a:schemeClr val="lt1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/>
          </a:p>
        </p:txBody>
      </p:sp>
      <p:sp>
        <p:nvSpPr>
          <p:cNvPr id="55" name="Google Shape;55;p14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pic>
        <p:nvPicPr>
          <p:cNvPr id="2" name="Google Shape;71;p17" descr="A white letter on a black background&#10;&#10;AI-generated content may be incorrect.">
            <a:extLst>
              <a:ext uri="{FF2B5EF4-FFF2-40B4-BE49-F238E27FC236}">
                <a16:creationId xmlns:a16="http://schemas.microsoft.com/office/drawing/2014/main" id="{4275F87E-05FE-D236-632C-67B6B5A96EB3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r="89183"/>
          <a:stretch/>
        </p:blipFill>
        <p:spPr>
          <a:xfrm>
            <a:off x="11751334" y="6539971"/>
            <a:ext cx="194769" cy="156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60;p15" descr="A colorful logo with black background&#10;&#10;AI-generated content may be incorrect.">
            <a:extLst>
              <a:ext uri="{FF2B5EF4-FFF2-40B4-BE49-F238E27FC236}">
                <a16:creationId xmlns:a16="http://schemas.microsoft.com/office/drawing/2014/main" id="{9D36E8C6-1EB9-D6E5-C3B2-A7D5BFB85D87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11751325" y="6540349"/>
            <a:ext cx="194776" cy="1558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3882435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 userDrawn="1">
  <p:cSld name="1_Custom Layout 1">
    <p:bg>
      <p:bgPr>
        <a:solidFill>
          <a:schemeClr val="bg1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>
            <a:spLocks noGrp="1"/>
          </p:cNvSpPr>
          <p:nvPr>
            <p:ph type="title"/>
          </p:nvPr>
        </p:nvSpPr>
        <p:spPr>
          <a:xfrm>
            <a:off x="1444283" y="337315"/>
            <a:ext cx="6498187" cy="426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45700" rIns="91425" bIns="45700" anchor="ctr" anchorCtr="0">
            <a:noAutofit/>
          </a:bodyPr>
          <a:lstStyle>
            <a:lvl1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tx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9" name="Google Shape;59;p15"/>
          <p:cNvSpPr txBox="1">
            <a:spLocks noGrp="1"/>
          </p:cNvSpPr>
          <p:nvPr>
            <p:ph type="sldNum" idx="12"/>
          </p:nvPr>
        </p:nvSpPr>
        <p:spPr>
          <a:xfrm>
            <a:off x="10951088" y="6463067"/>
            <a:ext cx="762400" cy="31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60" name="Google Shape;60;p15" descr="A colorful logo with black background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751325" y="6540349"/>
            <a:ext cx="194776" cy="155851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5"/>
          <p:cNvSpPr txBox="1">
            <a:spLocks noChangeAspect="1"/>
          </p:cNvSpPr>
          <p:nvPr/>
        </p:nvSpPr>
        <p:spPr>
          <a:xfrm>
            <a:off x="133633" y="6463067"/>
            <a:ext cx="2937711" cy="3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C0B47534-CEEA-B0A2-1F01-6874548A6EC5}"/>
              </a:ext>
            </a:extLst>
          </p:cNvPr>
          <p:cNvSpPr>
            <a:spLocks noGrp="1" noChangeAspect="1"/>
          </p:cNvSpPr>
          <p:nvPr>
            <p:ph type="body" idx="14"/>
          </p:nvPr>
        </p:nvSpPr>
        <p:spPr>
          <a:xfrm>
            <a:off x="282714" y="990600"/>
            <a:ext cx="11430775" cy="28882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333">
                <a:solidFill>
                  <a:schemeClr val="tx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7588B-69E1-FBC3-B0E1-F376867B240D}"/>
              </a:ext>
            </a:extLst>
          </p:cNvPr>
          <p:cNvSpPr txBox="1">
            <a:spLocks/>
          </p:cNvSpPr>
          <p:nvPr userDrawn="1"/>
        </p:nvSpPr>
        <p:spPr>
          <a:xfrm>
            <a:off x="234950" y="347001"/>
            <a:ext cx="1209333" cy="40719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400" kern="1200">
                <a:solidFill>
                  <a:schemeClr val="bg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067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3D3F85A6-4EA7-2673-E0C3-3779EFDEE6F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34951" y="347133"/>
            <a:ext cx="1195916" cy="406400"/>
          </a:xfrm>
          <a:prstGeom prst="roundRect">
            <a:avLst>
              <a:gd name="adj" fmla="val 14493"/>
            </a:avLst>
          </a:prstGeom>
          <a:noFill/>
          <a:ln>
            <a:solidFill>
              <a:srgbClr val="7300BF"/>
            </a:solidFill>
          </a:ln>
        </p:spPr>
        <p:txBody>
          <a:bodyPr anchor="ctr">
            <a:noAutofit/>
          </a:bodyPr>
          <a:lstStyle>
            <a:lvl1pPr algn="ctr">
              <a:defRPr sz="1067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675F6A8-F7E1-6453-0503-FD7B84F0BDDD}"/>
              </a:ext>
            </a:extLst>
          </p:cNvPr>
          <p:cNvSpPr>
            <a:spLocks noGrp="1" noChangeAspect="1"/>
          </p:cNvSpPr>
          <p:nvPr>
            <p:ph idx="1"/>
          </p:nvPr>
        </p:nvSpPr>
        <p:spPr>
          <a:xfrm>
            <a:off x="402872" y="1397001"/>
            <a:ext cx="11338560" cy="4854004"/>
          </a:xfrm>
          <a:prstGeom prst="rect">
            <a:avLst/>
          </a:prstGeom>
        </p:spPr>
        <p:txBody>
          <a:bodyPr/>
          <a:lstStyle>
            <a:lvl1pPr marL="3048" indent="0">
              <a:lnSpc>
                <a:spcPct val="110000"/>
              </a:lnSpc>
              <a:spcBef>
                <a:spcPts val="533"/>
              </a:spcBef>
              <a:buClr>
                <a:schemeClr val="bg2"/>
              </a:buClr>
              <a:buFont typeface="Poppins" panose="00000500000000000000" pitchFamily="2" charset="0"/>
              <a:buNone/>
              <a:defRPr sz="1333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309026" indent="-228594">
              <a:lnSpc>
                <a:spcPct val="110000"/>
              </a:lnSpc>
              <a:spcBef>
                <a:spcPts val="533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1333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29153" indent="-228594">
              <a:lnSpc>
                <a:spcPct val="110000"/>
              </a:lnSpc>
              <a:spcBef>
                <a:spcPts val="533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tabLst>
                <a:tab pos="529153" algn="l"/>
              </a:tabLst>
              <a:defRPr sz="12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759865" indent="-228594">
              <a:lnSpc>
                <a:spcPct val="110000"/>
              </a:lnSpc>
              <a:spcBef>
                <a:spcPts val="533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1067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988459" indent="-228594">
              <a:lnSpc>
                <a:spcPct val="110000"/>
              </a:lnSpc>
              <a:spcBef>
                <a:spcPts val="533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933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Google Shape;61;p15">
            <a:extLst>
              <a:ext uri="{FF2B5EF4-FFF2-40B4-BE49-F238E27FC236}">
                <a16:creationId xmlns:a16="http://schemas.microsoft.com/office/drawing/2014/main" id="{D91BDDC8-491D-D545-729B-59991F1C17BF}"/>
              </a:ext>
            </a:extLst>
          </p:cNvPr>
          <p:cNvSpPr txBox="1">
            <a:spLocks noChangeAspect="1"/>
          </p:cNvSpPr>
          <p:nvPr userDrawn="1"/>
        </p:nvSpPr>
        <p:spPr>
          <a:xfrm>
            <a:off x="929" y="6386357"/>
            <a:ext cx="4371164" cy="41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2533" tIns="162533" rIns="162533" bIns="162533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Confidential</a:t>
            </a:r>
            <a:endParaRPr sz="933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0285172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644">
          <p15:clr>
            <a:srgbClr val="E46962"/>
          </p15:clr>
        </p15:guide>
        <p15:guide id="3" orient="horz" pos="468">
          <p15:clr>
            <a:srgbClr val="E46962"/>
          </p15:clr>
        </p15:guide>
        <p15:guide id="4" orient="horz" pos="2988">
          <p15:clr>
            <a:srgbClr val="FBAE40"/>
          </p15:clr>
        </p15:guide>
        <p15:guide id="6" pos="2928">
          <p15:clr>
            <a:srgbClr val="FBAE40"/>
          </p15:clr>
        </p15:guide>
        <p15:guide id="7" pos="3024">
          <p15:clr>
            <a:srgbClr val="FBAE40"/>
          </p15:clr>
        </p15:guide>
        <p15:guide id="8" pos="96">
          <p15:clr>
            <a:srgbClr val="FBAE40"/>
          </p15:clr>
        </p15:guide>
        <p15:guide id="9" pos="192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2">
  <p:cSld name="1_Custom Layout 2">
    <p:bg>
      <p:bgPr>
        <a:solidFill>
          <a:schemeClr val="dk1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 txBox="1">
            <a:spLocks noGrp="1"/>
          </p:cNvSpPr>
          <p:nvPr>
            <p:ph type="title"/>
          </p:nvPr>
        </p:nvSpPr>
        <p:spPr>
          <a:xfrm>
            <a:off x="2224932" y="172312"/>
            <a:ext cx="97212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45700" rIns="91425" bIns="45700" anchor="ctr" anchorCtr="0">
            <a:noAutofit/>
          </a:bodyPr>
          <a:lstStyle>
            <a:lvl1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oppins Medium"/>
              <a:buNone/>
              <a:defRPr sz="16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oppins Medium"/>
              <a:buNone/>
              <a:defRPr sz="16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oppins Medium"/>
              <a:buNone/>
              <a:defRPr sz="16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oppins Medium"/>
              <a:buNone/>
              <a:defRPr sz="16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oppins Medium"/>
              <a:buNone/>
              <a:defRPr sz="16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oppins Medium"/>
              <a:buNone/>
              <a:defRPr sz="16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oppins Medium"/>
              <a:buNone/>
              <a:defRPr sz="16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oppins Medium"/>
              <a:buNone/>
              <a:defRPr sz="16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10951088" y="6463067"/>
            <a:ext cx="762400" cy="31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65" name="Google Shape;65;p16" descr="A colorful logo with black background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751325" y="6540349"/>
            <a:ext cx="194776" cy="1558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43802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11">
          <p15:clr>
            <a:srgbClr val="E46962"/>
          </p15:clr>
        </p15:guide>
        <p15:guide id="2" pos="5644">
          <p15:clr>
            <a:srgbClr val="E46962"/>
          </p15:clr>
        </p15:guide>
        <p15:guide id="3" orient="horz" pos="3008">
          <p15:clr>
            <a:srgbClr val="E46962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>
  <p:cSld name="1_Custom Layout 1">
    <p:bg>
      <p:bgPr>
        <a:solidFill>
          <a:srgbClr val="FCF8FF">
            <a:alpha val="80000"/>
          </a:srgbClr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>
            <a:spLocks noGrp="1"/>
          </p:cNvSpPr>
          <p:nvPr>
            <p:ph type="title"/>
          </p:nvPr>
        </p:nvSpPr>
        <p:spPr>
          <a:xfrm>
            <a:off x="2224932" y="172312"/>
            <a:ext cx="97212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45700" rIns="91425" bIns="45700" anchor="ctr" anchorCtr="0">
            <a:noAutofit/>
          </a:bodyPr>
          <a:lstStyle>
            <a:lvl1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/>
          </a:p>
        </p:txBody>
      </p:sp>
      <p:sp>
        <p:nvSpPr>
          <p:cNvPr id="59" name="Google Shape;59;p15"/>
          <p:cNvSpPr txBox="1">
            <a:spLocks noGrp="1"/>
          </p:cNvSpPr>
          <p:nvPr>
            <p:ph type="sldNum" idx="12"/>
          </p:nvPr>
        </p:nvSpPr>
        <p:spPr>
          <a:xfrm>
            <a:off x="10951088" y="6463067"/>
            <a:ext cx="762400" cy="31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60" name="Google Shape;60;p15" descr="A colorful logo with black background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751325" y="6540349"/>
            <a:ext cx="194776" cy="155851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5"/>
          <p:cNvSpPr txBox="1"/>
          <p:nvPr/>
        </p:nvSpPr>
        <p:spPr>
          <a:xfrm>
            <a:off x="-3222069" y="5023249"/>
            <a:ext cx="1439600" cy="3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>
              <a:solidFill>
                <a:schemeClr val="tx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Google Shape;86;p19">
            <a:extLst>
              <a:ext uri="{FF2B5EF4-FFF2-40B4-BE49-F238E27FC236}">
                <a16:creationId xmlns:a16="http://schemas.microsoft.com/office/drawing/2014/main" id="{DAB2961E-2928-B0B3-3B37-8CC8354C9FD8}"/>
              </a:ext>
            </a:extLst>
          </p:cNvPr>
          <p:cNvSpPr txBox="1"/>
          <p:nvPr userDrawn="1"/>
        </p:nvSpPr>
        <p:spPr>
          <a:xfrm>
            <a:off x="133633" y="6463067"/>
            <a:ext cx="1439600" cy="3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" sz="933" b="0" i="0" u="none" strike="noStrike" kern="0" cap="none" spc="0" normalizeH="0" baseline="0" noProof="0">
                <a:ln>
                  <a:noFill/>
                </a:ln>
                <a:solidFill>
                  <a:srgbClr val="0B0A2B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Confidential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rgbClr val="0B0A2B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6261837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11">
          <p15:clr>
            <a:srgbClr val="E46962"/>
          </p15:clr>
        </p15:guide>
        <p15:guide id="2" pos="5644">
          <p15:clr>
            <a:srgbClr val="E46962"/>
          </p15:clr>
        </p15:guide>
        <p15:guide id="3" orient="horz" pos="3008">
          <p15:clr>
            <a:srgbClr val="E46962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Quiver - White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04ADBB-2942-9EB6-C21C-34BAEB2A73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595" y="1377241"/>
            <a:ext cx="11173096" cy="4631675"/>
          </a:xfrm>
        </p:spPr>
        <p:txBody>
          <a:bodyPr/>
          <a:lstStyle>
            <a:lvl1pPr>
              <a:defRPr>
                <a:latin typeface="Franklin Gothic Book" panose="020B0503020102020204" pitchFamily="34" charset="0"/>
              </a:defRPr>
            </a:lvl1pPr>
            <a:lvl2pPr>
              <a:defRPr>
                <a:latin typeface="Franklin Gothic Book" panose="020B0503020102020204" pitchFamily="34" charset="0"/>
              </a:defRPr>
            </a:lvl2pPr>
            <a:lvl3pPr>
              <a:defRPr>
                <a:latin typeface="Franklin Gothic Book" panose="020B0503020102020204" pitchFamily="34" charset="0"/>
              </a:defRPr>
            </a:lvl3pPr>
            <a:lvl4pPr>
              <a:defRPr>
                <a:latin typeface="Franklin Gothic Book" panose="020B0503020102020204" pitchFamily="34" charset="0"/>
              </a:defRPr>
            </a:lvl4pPr>
            <a:lvl5pPr>
              <a:defRPr>
                <a:latin typeface="Franklin Gothic Book" panose="020B05030201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F5AC641-6439-1EAF-CA7C-1EEB46DA0C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0595" y="314798"/>
            <a:ext cx="11173096" cy="712815"/>
          </a:xfrm>
        </p:spPr>
        <p:txBody>
          <a:bodyPr anchor="b">
            <a:normAutofit/>
          </a:bodyPr>
          <a:lstStyle>
            <a:lvl1pPr algn="l">
              <a:defRPr sz="3200">
                <a:latin typeface="Franklin Gothic Book" panose="020B0503020102020204" pitchFamily="34" charset="0"/>
                <a:cs typeface="Poppins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2" name="Google Shape;71;p17" descr="A white letter on a black background&#10;&#10;AI-generated content may be incorrect.">
            <a:extLst>
              <a:ext uri="{FF2B5EF4-FFF2-40B4-BE49-F238E27FC236}">
                <a16:creationId xmlns:a16="http://schemas.microsoft.com/office/drawing/2014/main" id="{876C2BFF-D0B8-419A-38C1-53EEEC792162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r="89183"/>
          <a:stretch/>
        </p:blipFill>
        <p:spPr>
          <a:xfrm>
            <a:off x="11751336" y="6539971"/>
            <a:ext cx="194769" cy="156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60;p15" descr="A colorful logo with black background&#10;&#10;AI-generated content may be incorrect.">
            <a:extLst>
              <a:ext uri="{FF2B5EF4-FFF2-40B4-BE49-F238E27FC236}">
                <a16:creationId xmlns:a16="http://schemas.microsoft.com/office/drawing/2014/main" id="{DCC02B78-76FF-CF95-B7F1-D635E573F72B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11751325" y="6540349"/>
            <a:ext cx="194776" cy="155851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59;p15">
            <a:extLst>
              <a:ext uri="{FF2B5EF4-FFF2-40B4-BE49-F238E27FC236}">
                <a16:creationId xmlns:a16="http://schemas.microsoft.com/office/drawing/2014/main" id="{981AD905-3D99-A46F-4F58-AECE36DE3CFA}"/>
              </a:ext>
            </a:extLst>
          </p:cNvPr>
          <p:cNvSpPr txBox="1">
            <a:spLocks noGrp="1"/>
          </p:cNvSpPr>
          <p:nvPr>
            <p:ph type="sldNum" idx="4"/>
          </p:nvPr>
        </p:nvSpPr>
        <p:spPr>
          <a:xfrm>
            <a:off x="10951088" y="6463067"/>
            <a:ext cx="762400" cy="31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defTabSz="1219140">
              <a:defRPr/>
            </a:pPr>
            <a:fld id="{00000000-1234-1234-1234-123412341234}" type="slidenum">
              <a:rPr lang="en" smtClean="0">
                <a:solidFill>
                  <a:srgbClr val="0B0A2B"/>
                </a:solidFill>
              </a:rPr>
              <a:pPr defTabSz="1219140">
                <a:defRPr/>
              </a:pPr>
              <a:t>‹#›</a:t>
            </a:fld>
            <a:endParaRPr lang="en">
              <a:solidFill>
                <a:srgbClr val="0B0A2B"/>
              </a:solidFill>
            </a:endParaRPr>
          </a:p>
        </p:txBody>
      </p:sp>
      <p:sp>
        <p:nvSpPr>
          <p:cNvPr id="6" name="Google Shape;61;p15">
            <a:extLst>
              <a:ext uri="{FF2B5EF4-FFF2-40B4-BE49-F238E27FC236}">
                <a16:creationId xmlns:a16="http://schemas.microsoft.com/office/drawing/2014/main" id="{989ED373-9F76-00E7-3D94-B6DD3F9F9013}"/>
              </a:ext>
            </a:extLst>
          </p:cNvPr>
          <p:cNvSpPr txBox="1"/>
          <p:nvPr userDrawn="1"/>
        </p:nvSpPr>
        <p:spPr>
          <a:xfrm>
            <a:off x="133633" y="6463067"/>
            <a:ext cx="1439600" cy="3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Confidential</a:t>
            </a:r>
            <a:endParaRPr sz="933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128784289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1_Blank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44F21-D08B-2594-A34D-185579C82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04ADBB-2942-9EB6-C21C-34BAEB2A73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3DB293-9D8A-4E36-4FB5-E88FA8201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1219140">
              <a:defRPr/>
            </a:pPr>
            <a:fld id="{D3902FC4-A05A-40E2-9102-7AA6683E0DED}" type="datetime1">
              <a:rPr lang="en-US" smtClean="0"/>
              <a:pPr defTabSz="1219140">
                <a:defRPr/>
              </a:pPr>
              <a:t>3/25/26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783323-6C37-6F8D-6DC0-087F3B257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1219140"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298CEE-83BD-B63C-0C63-ED4A019E4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219140">
              <a:defRPr/>
            </a:pPr>
            <a:fld id="{E547683A-CE1D-734C-938A-426871A0A0BB}" type="slidenum">
              <a:rPr lang="en-US" smtClean="0">
                <a:solidFill>
                  <a:srgbClr val="7300BF"/>
                </a:solidFill>
              </a:rPr>
              <a:pPr defTabSz="1219140">
                <a:defRPr/>
              </a:pPr>
              <a:t>‹#›</a:t>
            </a:fld>
            <a:endParaRPr lang="en-US">
              <a:solidFill>
                <a:srgbClr val="7300B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4353721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 userDrawn="1">
  <p:cSld name="1_Custom Layout 1">
    <p:bg>
      <p:bgPr>
        <a:solidFill>
          <a:schemeClr val="bg1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>
            <a:spLocks noGrp="1"/>
          </p:cNvSpPr>
          <p:nvPr>
            <p:ph type="title"/>
          </p:nvPr>
        </p:nvSpPr>
        <p:spPr>
          <a:xfrm>
            <a:off x="1444284" y="337316"/>
            <a:ext cx="6498187" cy="426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45700" rIns="91425" bIns="45700" anchor="ctr" anchorCtr="0">
            <a:noAutofit/>
          </a:bodyPr>
          <a:lstStyle>
            <a:lvl1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tx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9" name="Google Shape;59;p15"/>
          <p:cNvSpPr txBox="1">
            <a:spLocks noGrp="1"/>
          </p:cNvSpPr>
          <p:nvPr>
            <p:ph type="sldNum" idx="12"/>
          </p:nvPr>
        </p:nvSpPr>
        <p:spPr>
          <a:xfrm>
            <a:off x="10951088" y="6463067"/>
            <a:ext cx="762400" cy="31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60" name="Google Shape;60;p15" descr="A colorful logo with black background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751325" y="6540349"/>
            <a:ext cx="194776" cy="155851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5"/>
          <p:cNvSpPr txBox="1">
            <a:spLocks noChangeAspect="1"/>
          </p:cNvSpPr>
          <p:nvPr/>
        </p:nvSpPr>
        <p:spPr>
          <a:xfrm>
            <a:off x="133634" y="6463067"/>
            <a:ext cx="2937711" cy="3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C0B47534-CEEA-B0A2-1F01-6874548A6EC5}"/>
              </a:ext>
            </a:extLst>
          </p:cNvPr>
          <p:cNvSpPr>
            <a:spLocks noGrp="1" noChangeAspect="1"/>
          </p:cNvSpPr>
          <p:nvPr>
            <p:ph type="body" idx="14"/>
          </p:nvPr>
        </p:nvSpPr>
        <p:spPr>
          <a:xfrm>
            <a:off x="282715" y="990600"/>
            <a:ext cx="11430775" cy="28882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333">
                <a:solidFill>
                  <a:schemeClr val="tx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178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7588B-69E1-FBC3-B0E1-F376867B240D}"/>
              </a:ext>
            </a:extLst>
          </p:cNvPr>
          <p:cNvSpPr txBox="1">
            <a:spLocks/>
          </p:cNvSpPr>
          <p:nvPr userDrawn="1"/>
        </p:nvSpPr>
        <p:spPr>
          <a:xfrm>
            <a:off x="234951" y="347002"/>
            <a:ext cx="1209333" cy="40719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400" kern="1200">
                <a:solidFill>
                  <a:schemeClr val="bg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067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3D3F85A6-4EA7-2673-E0C3-3779EFDEE6F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34951" y="347133"/>
            <a:ext cx="1195916" cy="406400"/>
          </a:xfrm>
          <a:prstGeom prst="roundRect">
            <a:avLst>
              <a:gd name="adj" fmla="val 14493"/>
            </a:avLst>
          </a:prstGeom>
          <a:noFill/>
          <a:ln>
            <a:solidFill>
              <a:srgbClr val="7300BF"/>
            </a:solidFill>
          </a:ln>
        </p:spPr>
        <p:txBody>
          <a:bodyPr anchor="ctr">
            <a:noAutofit/>
          </a:bodyPr>
          <a:lstStyle>
            <a:lvl1pPr algn="ctr">
              <a:defRPr sz="1067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675F6A8-F7E1-6453-0503-FD7B84F0BDDD}"/>
              </a:ext>
            </a:extLst>
          </p:cNvPr>
          <p:cNvSpPr>
            <a:spLocks noGrp="1" noChangeAspect="1"/>
          </p:cNvSpPr>
          <p:nvPr>
            <p:ph idx="1"/>
          </p:nvPr>
        </p:nvSpPr>
        <p:spPr>
          <a:xfrm>
            <a:off x="402872" y="1397002"/>
            <a:ext cx="11338560" cy="4854004"/>
          </a:xfrm>
          <a:prstGeom prst="rect">
            <a:avLst/>
          </a:prstGeom>
        </p:spPr>
        <p:txBody>
          <a:bodyPr/>
          <a:lstStyle>
            <a:lvl1pPr marL="3048" indent="0">
              <a:lnSpc>
                <a:spcPct val="110000"/>
              </a:lnSpc>
              <a:spcBef>
                <a:spcPts val="533"/>
              </a:spcBef>
              <a:buClr>
                <a:schemeClr val="bg2"/>
              </a:buClr>
              <a:buFont typeface="Poppins" panose="00000500000000000000" pitchFamily="2" charset="0"/>
              <a:buNone/>
              <a:defRPr sz="1333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309019" indent="-228589">
              <a:lnSpc>
                <a:spcPct val="110000"/>
              </a:lnSpc>
              <a:spcBef>
                <a:spcPts val="533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1333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29140" indent="-228589">
              <a:lnSpc>
                <a:spcPct val="110000"/>
              </a:lnSpc>
              <a:spcBef>
                <a:spcPts val="533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tabLst>
                <a:tab pos="529140" algn="l"/>
              </a:tabLst>
              <a:defRPr sz="12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759846" indent="-228589">
              <a:lnSpc>
                <a:spcPct val="110000"/>
              </a:lnSpc>
              <a:spcBef>
                <a:spcPts val="533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1067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988434" indent="-228589">
              <a:lnSpc>
                <a:spcPct val="110000"/>
              </a:lnSpc>
              <a:spcBef>
                <a:spcPts val="533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933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Google Shape;61;p15">
            <a:extLst>
              <a:ext uri="{FF2B5EF4-FFF2-40B4-BE49-F238E27FC236}">
                <a16:creationId xmlns:a16="http://schemas.microsoft.com/office/drawing/2014/main" id="{D91BDDC8-491D-D545-729B-59991F1C17BF}"/>
              </a:ext>
            </a:extLst>
          </p:cNvPr>
          <p:cNvSpPr txBox="1">
            <a:spLocks noChangeAspect="1"/>
          </p:cNvSpPr>
          <p:nvPr userDrawn="1"/>
        </p:nvSpPr>
        <p:spPr>
          <a:xfrm>
            <a:off x="930" y="6386357"/>
            <a:ext cx="4371164" cy="41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2533" tIns="162533" rIns="162533" bIns="162533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1325877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644">
          <p15:clr>
            <a:srgbClr val="E46962"/>
          </p15:clr>
        </p15:guide>
        <p15:guide id="3" orient="horz" pos="468">
          <p15:clr>
            <a:srgbClr val="E46962"/>
          </p15:clr>
        </p15:guide>
        <p15:guide id="4" orient="horz" pos="2988">
          <p15:clr>
            <a:srgbClr val="FBAE40"/>
          </p15:clr>
        </p15:guide>
        <p15:guide id="6" pos="2928">
          <p15:clr>
            <a:srgbClr val="FBAE40"/>
          </p15:clr>
        </p15:guide>
        <p15:guide id="7" pos="3024">
          <p15:clr>
            <a:srgbClr val="FBAE40"/>
          </p15:clr>
        </p15:guide>
        <p15:guide id="8" pos="96">
          <p15:clr>
            <a:srgbClr val="FBAE40"/>
          </p15:clr>
        </p15:guide>
        <p15:guide id="9" pos="192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 userDrawn="1">
  <p:cSld name="1_Custom Layout 1">
    <p:bg>
      <p:bgPr>
        <a:solidFill>
          <a:schemeClr val="bg1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>
            <a:spLocks noGrp="1"/>
          </p:cNvSpPr>
          <p:nvPr>
            <p:ph type="title"/>
          </p:nvPr>
        </p:nvSpPr>
        <p:spPr>
          <a:xfrm>
            <a:off x="1444284" y="337316"/>
            <a:ext cx="6498187" cy="426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45700" rIns="91425" bIns="45700" anchor="ctr" anchorCtr="0">
            <a:noAutofit/>
          </a:bodyPr>
          <a:lstStyle>
            <a:lvl1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tx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/>
          </a:p>
        </p:txBody>
      </p:sp>
      <p:sp>
        <p:nvSpPr>
          <p:cNvPr id="59" name="Google Shape;59;p15"/>
          <p:cNvSpPr txBox="1">
            <a:spLocks noGrp="1"/>
          </p:cNvSpPr>
          <p:nvPr>
            <p:ph type="sldNum" idx="12"/>
          </p:nvPr>
        </p:nvSpPr>
        <p:spPr>
          <a:xfrm>
            <a:off x="10951088" y="6463067"/>
            <a:ext cx="762400" cy="31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60" name="Google Shape;60;p15" descr="A colorful logo with black background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751325" y="6540349"/>
            <a:ext cx="194776" cy="155851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5"/>
          <p:cNvSpPr txBox="1">
            <a:spLocks noChangeAspect="1"/>
          </p:cNvSpPr>
          <p:nvPr/>
        </p:nvSpPr>
        <p:spPr>
          <a:xfrm>
            <a:off x="133634" y="6463067"/>
            <a:ext cx="2937711" cy="3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C0B47534-CEEA-B0A2-1F01-6874548A6EC5}"/>
              </a:ext>
            </a:extLst>
          </p:cNvPr>
          <p:cNvSpPr>
            <a:spLocks noGrp="1" noChangeAspect="1"/>
          </p:cNvSpPr>
          <p:nvPr>
            <p:ph type="body" idx="14"/>
          </p:nvPr>
        </p:nvSpPr>
        <p:spPr>
          <a:xfrm>
            <a:off x="282715" y="990600"/>
            <a:ext cx="11430775" cy="28882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333">
                <a:solidFill>
                  <a:schemeClr val="tx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178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7588B-69E1-FBC3-B0E1-F376867B240D}"/>
              </a:ext>
            </a:extLst>
          </p:cNvPr>
          <p:cNvSpPr txBox="1">
            <a:spLocks/>
          </p:cNvSpPr>
          <p:nvPr userDrawn="1"/>
        </p:nvSpPr>
        <p:spPr>
          <a:xfrm>
            <a:off x="234951" y="347002"/>
            <a:ext cx="1209333" cy="40719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400" kern="1200">
                <a:solidFill>
                  <a:schemeClr val="bg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067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3D3F85A6-4EA7-2673-E0C3-3779EFDEE6F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34951" y="347133"/>
            <a:ext cx="1195916" cy="406400"/>
          </a:xfrm>
          <a:prstGeom prst="roundRect">
            <a:avLst>
              <a:gd name="adj" fmla="val 14493"/>
            </a:avLst>
          </a:prstGeom>
          <a:noFill/>
          <a:ln>
            <a:solidFill>
              <a:srgbClr val="7300BF"/>
            </a:solidFill>
          </a:ln>
        </p:spPr>
        <p:txBody>
          <a:bodyPr anchor="ctr">
            <a:noAutofit/>
          </a:bodyPr>
          <a:lstStyle>
            <a:lvl1pPr algn="ctr">
              <a:defRPr sz="1067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675F6A8-F7E1-6453-0503-FD7B84F0BDDD}"/>
              </a:ext>
            </a:extLst>
          </p:cNvPr>
          <p:cNvSpPr>
            <a:spLocks noGrp="1" noChangeAspect="1"/>
          </p:cNvSpPr>
          <p:nvPr>
            <p:ph idx="1"/>
          </p:nvPr>
        </p:nvSpPr>
        <p:spPr>
          <a:xfrm>
            <a:off x="402872" y="1397002"/>
            <a:ext cx="11338560" cy="4854004"/>
          </a:xfrm>
          <a:prstGeom prst="rect">
            <a:avLst/>
          </a:prstGeom>
        </p:spPr>
        <p:txBody>
          <a:bodyPr/>
          <a:lstStyle>
            <a:lvl1pPr marL="3048" indent="0">
              <a:lnSpc>
                <a:spcPct val="110000"/>
              </a:lnSpc>
              <a:spcBef>
                <a:spcPts val="533"/>
              </a:spcBef>
              <a:buClr>
                <a:schemeClr val="bg2"/>
              </a:buClr>
              <a:buFont typeface="Poppins" panose="00000500000000000000" pitchFamily="2" charset="0"/>
              <a:buNone/>
              <a:defRPr sz="1333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309019" indent="-228589">
              <a:lnSpc>
                <a:spcPct val="110000"/>
              </a:lnSpc>
              <a:spcBef>
                <a:spcPts val="533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1333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29140" indent="-228589">
              <a:lnSpc>
                <a:spcPct val="110000"/>
              </a:lnSpc>
              <a:spcBef>
                <a:spcPts val="533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tabLst>
                <a:tab pos="529140" algn="l"/>
              </a:tabLst>
              <a:defRPr sz="12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759846" indent="-228589">
              <a:lnSpc>
                <a:spcPct val="110000"/>
              </a:lnSpc>
              <a:spcBef>
                <a:spcPts val="533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1067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988434" indent="-228589">
              <a:lnSpc>
                <a:spcPct val="110000"/>
              </a:lnSpc>
              <a:spcBef>
                <a:spcPts val="533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933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406452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644">
          <p15:clr>
            <a:srgbClr val="E46962"/>
          </p15:clr>
        </p15:guide>
        <p15:guide id="3" orient="horz" pos="468">
          <p15:clr>
            <a:srgbClr val="E46962"/>
          </p15:clr>
        </p15:guide>
        <p15:guide id="4" orient="horz" pos="2988">
          <p15:clr>
            <a:srgbClr val="FBAE40"/>
          </p15:clr>
        </p15:guide>
        <p15:guide id="6" pos="2928">
          <p15:clr>
            <a:srgbClr val="FBAE40"/>
          </p15:clr>
        </p15:guide>
        <p15:guide id="7" pos="3024">
          <p15:clr>
            <a:srgbClr val="FBAE40"/>
          </p15:clr>
        </p15:guide>
        <p15:guide id="8" pos="96">
          <p15:clr>
            <a:srgbClr val="FBAE40"/>
          </p15:clr>
        </p15:guide>
        <p15:guide id="9" pos="192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 userDrawn="1">
  <p:cSld name="1_Custom Layout 1">
    <p:bg>
      <p:bgPr>
        <a:solidFill>
          <a:srgbClr val="FCF8FF">
            <a:alpha val="80000"/>
          </a:srgbClr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>
            <a:spLocks noGrp="1"/>
          </p:cNvSpPr>
          <p:nvPr>
            <p:ph type="title"/>
          </p:nvPr>
        </p:nvSpPr>
        <p:spPr>
          <a:xfrm>
            <a:off x="1444283" y="338260"/>
            <a:ext cx="6533948" cy="426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45700" rIns="91425" bIns="45700" anchor="ctr" anchorCtr="0">
            <a:noAutofit/>
          </a:bodyPr>
          <a:lstStyle>
            <a:lvl1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tx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9" name="Google Shape;59;p15"/>
          <p:cNvSpPr txBox="1">
            <a:spLocks noGrp="1"/>
          </p:cNvSpPr>
          <p:nvPr>
            <p:ph type="sldNum" idx="12"/>
          </p:nvPr>
        </p:nvSpPr>
        <p:spPr>
          <a:xfrm>
            <a:off x="10951088" y="6463067"/>
            <a:ext cx="762400" cy="31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60" name="Google Shape;60;p15" descr="A colorful logo with black background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751325" y="6540349"/>
            <a:ext cx="194776" cy="155851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5"/>
          <p:cNvSpPr txBox="1">
            <a:spLocks noChangeAspect="1"/>
          </p:cNvSpPr>
          <p:nvPr/>
        </p:nvSpPr>
        <p:spPr>
          <a:xfrm>
            <a:off x="133633" y="6463067"/>
            <a:ext cx="950283" cy="3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53611D5-BFCD-8FD3-3C18-8578FAB839C4}"/>
              </a:ext>
            </a:extLst>
          </p:cNvPr>
          <p:cNvSpPr/>
          <p:nvPr userDrawn="1"/>
        </p:nvSpPr>
        <p:spPr>
          <a:xfrm>
            <a:off x="234954" y="1310117"/>
            <a:ext cx="3788409" cy="4889868"/>
          </a:xfrm>
          <a:prstGeom prst="roundRect">
            <a:avLst>
              <a:gd name="adj" fmla="val 3454"/>
            </a:avLst>
          </a:prstGeom>
          <a:solidFill>
            <a:srgbClr val="0A0B2B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B9F4885-4A43-C970-99CB-A59B4D2DD4A5}"/>
              </a:ext>
            </a:extLst>
          </p:cNvPr>
          <p:cNvSpPr/>
          <p:nvPr userDrawn="1"/>
        </p:nvSpPr>
        <p:spPr>
          <a:xfrm>
            <a:off x="4189825" y="1307733"/>
            <a:ext cx="3788409" cy="4889868"/>
          </a:xfrm>
          <a:prstGeom prst="roundRect">
            <a:avLst>
              <a:gd name="adj" fmla="val 3454"/>
            </a:avLst>
          </a:prstGeom>
          <a:solidFill>
            <a:srgbClr val="0A0B2B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9798938-1513-B04E-108F-B9E226BBBDB7}"/>
              </a:ext>
            </a:extLst>
          </p:cNvPr>
          <p:cNvSpPr/>
          <p:nvPr userDrawn="1"/>
        </p:nvSpPr>
        <p:spPr>
          <a:xfrm>
            <a:off x="8157696" y="1307733"/>
            <a:ext cx="3788409" cy="4889868"/>
          </a:xfrm>
          <a:prstGeom prst="roundRect">
            <a:avLst>
              <a:gd name="adj" fmla="val 3454"/>
            </a:avLst>
          </a:prstGeom>
          <a:solidFill>
            <a:srgbClr val="0A0B2B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F003C1F-5228-B17F-75F4-29D85656CEB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34951" y="347133"/>
            <a:ext cx="1195916" cy="406400"/>
          </a:xfrm>
          <a:prstGeom prst="roundRect">
            <a:avLst>
              <a:gd name="adj" fmla="val 23189"/>
            </a:avLst>
          </a:prstGeom>
          <a:noFill/>
          <a:ln>
            <a:solidFill>
              <a:srgbClr val="7300BF"/>
            </a:solidFill>
          </a:ln>
        </p:spPr>
        <p:txBody>
          <a:bodyPr anchor="ctr">
            <a:noAutofit/>
          </a:bodyPr>
          <a:lstStyle>
            <a:lvl1pPr algn="ctr">
              <a:defRPr sz="1067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F4EC602-6FA7-D89B-712C-9C762F086099}"/>
              </a:ext>
            </a:extLst>
          </p:cNvPr>
          <p:cNvSpPr>
            <a:spLocks noGrp="1" noChangeAspect="1"/>
          </p:cNvSpPr>
          <p:nvPr>
            <p:ph idx="21"/>
          </p:nvPr>
        </p:nvSpPr>
        <p:spPr>
          <a:xfrm>
            <a:off x="4404727" y="1187531"/>
            <a:ext cx="3403980" cy="5081876"/>
          </a:xfrm>
          <a:prstGeom prst="rect">
            <a:avLst/>
          </a:prstGeom>
        </p:spPr>
        <p:txBody>
          <a:bodyPr/>
          <a:lstStyle>
            <a:lvl1pPr marL="3048" indent="0">
              <a:lnSpc>
                <a:spcPct val="110000"/>
              </a:lnSpc>
              <a:spcBef>
                <a:spcPts val="533"/>
              </a:spcBef>
              <a:buClr>
                <a:schemeClr val="bg2"/>
              </a:buClr>
              <a:buFont typeface="Poppins" panose="00000500000000000000" pitchFamily="2" charset="0"/>
              <a:buNone/>
              <a:defRPr sz="1333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309011" indent="-230701">
              <a:lnSpc>
                <a:spcPct val="110000"/>
              </a:lnSpc>
              <a:spcBef>
                <a:spcPts val="533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12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29127" indent="-228584">
              <a:lnSpc>
                <a:spcPct val="110000"/>
              </a:lnSpc>
              <a:spcBef>
                <a:spcPts val="533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1067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759828" indent="-230701">
              <a:lnSpc>
                <a:spcPct val="110000"/>
              </a:lnSpc>
              <a:spcBef>
                <a:spcPts val="533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933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988410" indent="-228584">
              <a:lnSpc>
                <a:spcPct val="110000"/>
              </a:lnSpc>
              <a:spcBef>
                <a:spcPts val="533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55B7F43-1189-E7F2-DBFC-A5103DC33F4F}"/>
              </a:ext>
            </a:extLst>
          </p:cNvPr>
          <p:cNvSpPr>
            <a:spLocks noGrp="1" noChangeAspect="1"/>
          </p:cNvSpPr>
          <p:nvPr>
            <p:ph idx="1"/>
          </p:nvPr>
        </p:nvSpPr>
        <p:spPr>
          <a:xfrm>
            <a:off x="424607" y="1187531"/>
            <a:ext cx="3403980" cy="5081876"/>
          </a:xfrm>
          <a:prstGeom prst="rect">
            <a:avLst/>
          </a:prstGeom>
        </p:spPr>
        <p:txBody>
          <a:bodyPr/>
          <a:lstStyle>
            <a:lvl1pPr marL="3048" indent="0">
              <a:lnSpc>
                <a:spcPct val="110000"/>
              </a:lnSpc>
              <a:spcBef>
                <a:spcPts val="533"/>
              </a:spcBef>
              <a:buClr>
                <a:schemeClr val="bg2"/>
              </a:buClr>
              <a:buFont typeface="Poppins" panose="00000500000000000000" pitchFamily="2" charset="0"/>
              <a:buNone/>
              <a:defRPr sz="1333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309011" indent="-230701">
              <a:lnSpc>
                <a:spcPct val="110000"/>
              </a:lnSpc>
              <a:spcBef>
                <a:spcPts val="533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12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29127" indent="-228584">
              <a:lnSpc>
                <a:spcPct val="110000"/>
              </a:lnSpc>
              <a:spcBef>
                <a:spcPts val="533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1067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759828" indent="-230701">
              <a:lnSpc>
                <a:spcPct val="110000"/>
              </a:lnSpc>
              <a:spcBef>
                <a:spcPts val="533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933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988410" indent="-228584">
              <a:lnSpc>
                <a:spcPct val="110000"/>
              </a:lnSpc>
              <a:spcBef>
                <a:spcPts val="533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8DFCFF9E-6953-13D1-910E-AC97DE3D04BE}"/>
              </a:ext>
            </a:extLst>
          </p:cNvPr>
          <p:cNvSpPr>
            <a:spLocks noGrp="1" noChangeAspect="1"/>
          </p:cNvSpPr>
          <p:nvPr>
            <p:ph idx="22"/>
          </p:nvPr>
        </p:nvSpPr>
        <p:spPr>
          <a:xfrm>
            <a:off x="8372595" y="1190287"/>
            <a:ext cx="3403980" cy="5081876"/>
          </a:xfrm>
          <a:prstGeom prst="rect">
            <a:avLst/>
          </a:prstGeom>
        </p:spPr>
        <p:txBody>
          <a:bodyPr/>
          <a:lstStyle>
            <a:lvl1pPr marL="3048" indent="0">
              <a:lnSpc>
                <a:spcPct val="110000"/>
              </a:lnSpc>
              <a:spcBef>
                <a:spcPts val="533"/>
              </a:spcBef>
              <a:buClr>
                <a:schemeClr val="bg2"/>
              </a:buClr>
              <a:buFont typeface="Poppins" panose="00000500000000000000" pitchFamily="2" charset="0"/>
              <a:buNone/>
              <a:defRPr sz="1333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309011" indent="-230701">
              <a:lnSpc>
                <a:spcPct val="110000"/>
              </a:lnSpc>
              <a:spcBef>
                <a:spcPts val="533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12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29127" indent="-228584">
              <a:lnSpc>
                <a:spcPct val="110000"/>
              </a:lnSpc>
              <a:spcBef>
                <a:spcPts val="533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1067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759828" indent="-230701">
              <a:lnSpc>
                <a:spcPct val="110000"/>
              </a:lnSpc>
              <a:spcBef>
                <a:spcPts val="533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933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988410" indent="-228584">
              <a:lnSpc>
                <a:spcPct val="110000"/>
              </a:lnSpc>
              <a:spcBef>
                <a:spcPts val="533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88C365A-77A8-BD60-CC97-34727A49B5BD}"/>
              </a:ext>
            </a:extLst>
          </p:cNvPr>
          <p:cNvSpPr/>
          <p:nvPr userDrawn="1"/>
        </p:nvSpPr>
        <p:spPr>
          <a:xfrm>
            <a:off x="245895" y="1307733"/>
            <a:ext cx="3788409" cy="4889868"/>
          </a:xfrm>
          <a:prstGeom prst="roundRect">
            <a:avLst>
              <a:gd name="adj" fmla="val 3454"/>
            </a:avLst>
          </a:prstGeom>
          <a:noFill/>
          <a:ln w="762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7554689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644">
          <p15:clr>
            <a:srgbClr val="E46962"/>
          </p15:clr>
        </p15:guide>
        <p15:guide id="3" orient="horz" pos="468">
          <p15:clr>
            <a:srgbClr val="E46962"/>
          </p15:clr>
        </p15:guide>
        <p15:guide id="4" orient="horz" pos="2988">
          <p15:clr>
            <a:srgbClr val="FBAE40"/>
          </p15:clr>
        </p15:guide>
        <p15:guide id="6" pos="2928">
          <p15:clr>
            <a:srgbClr val="FBAE40"/>
          </p15:clr>
        </p15:guide>
        <p15:guide id="7" pos="3024">
          <p15:clr>
            <a:srgbClr val="FBAE40"/>
          </p15:clr>
        </p15:guide>
        <p15:guide id="8" pos="96">
          <p15:clr>
            <a:srgbClr val="FBAE40"/>
          </p15:clr>
        </p15:guide>
        <p15:guide id="9" pos="192">
          <p15:clr>
            <a:srgbClr val="FBAE4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 preserve="1" userDrawn="1">
  <p:cSld name="1_Custom Layout 1">
    <p:bg>
      <p:bgPr>
        <a:solidFill>
          <a:srgbClr val="FCF8FF">
            <a:alpha val="80000"/>
          </a:srgbClr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>
            <a:spLocks noGrp="1"/>
          </p:cNvSpPr>
          <p:nvPr>
            <p:ph type="title"/>
          </p:nvPr>
        </p:nvSpPr>
        <p:spPr>
          <a:xfrm>
            <a:off x="1444283" y="338260"/>
            <a:ext cx="6533948" cy="426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45700" rIns="91425" bIns="45700" anchor="ctr" anchorCtr="0">
            <a:noAutofit/>
          </a:bodyPr>
          <a:lstStyle>
            <a:lvl1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tx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9" name="Google Shape;59;p15"/>
          <p:cNvSpPr txBox="1">
            <a:spLocks noGrp="1"/>
          </p:cNvSpPr>
          <p:nvPr>
            <p:ph type="sldNum" idx="12"/>
          </p:nvPr>
        </p:nvSpPr>
        <p:spPr>
          <a:xfrm>
            <a:off x="10951088" y="6463067"/>
            <a:ext cx="762400" cy="31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60" name="Google Shape;60;p15" descr="A colorful logo with black background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751325" y="6540349"/>
            <a:ext cx="194776" cy="155851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5"/>
          <p:cNvSpPr txBox="1">
            <a:spLocks noChangeAspect="1"/>
          </p:cNvSpPr>
          <p:nvPr/>
        </p:nvSpPr>
        <p:spPr>
          <a:xfrm>
            <a:off x="133633" y="6463067"/>
            <a:ext cx="950283" cy="3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53611D5-BFCD-8FD3-3C18-8578FAB839C4}"/>
              </a:ext>
            </a:extLst>
          </p:cNvPr>
          <p:cNvSpPr/>
          <p:nvPr userDrawn="1"/>
        </p:nvSpPr>
        <p:spPr>
          <a:xfrm>
            <a:off x="234954" y="1310117"/>
            <a:ext cx="3788409" cy="4889868"/>
          </a:xfrm>
          <a:prstGeom prst="roundRect">
            <a:avLst>
              <a:gd name="adj" fmla="val 3454"/>
            </a:avLst>
          </a:prstGeom>
          <a:solidFill>
            <a:srgbClr val="0A0B2B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B9F4885-4A43-C970-99CB-A59B4D2DD4A5}"/>
              </a:ext>
            </a:extLst>
          </p:cNvPr>
          <p:cNvSpPr/>
          <p:nvPr userDrawn="1"/>
        </p:nvSpPr>
        <p:spPr>
          <a:xfrm>
            <a:off x="4189825" y="1307733"/>
            <a:ext cx="3788409" cy="4889868"/>
          </a:xfrm>
          <a:prstGeom prst="roundRect">
            <a:avLst>
              <a:gd name="adj" fmla="val 3454"/>
            </a:avLst>
          </a:prstGeom>
          <a:solidFill>
            <a:srgbClr val="0A0B2B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9798938-1513-B04E-108F-B9E226BBBDB7}"/>
              </a:ext>
            </a:extLst>
          </p:cNvPr>
          <p:cNvSpPr/>
          <p:nvPr userDrawn="1"/>
        </p:nvSpPr>
        <p:spPr>
          <a:xfrm>
            <a:off x="8157696" y="1307733"/>
            <a:ext cx="3788409" cy="4889868"/>
          </a:xfrm>
          <a:prstGeom prst="roundRect">
            <a:avLst>
              <a:gd name="adj" fmla="val 3454"/>
            </a:avLst>
          </a:prstGeom>
          <a:solidFill>
            <a:srgbClr val="0A0B2B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F003C1F-5228-B17F-75F4-29D85656CEB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34951" y="347133"/>
            <a:ext cx="1195916" cy="406400"/>
          </a:xfrm>
          <a:prstGeom prst="roundRect">
            <a:avLst>
              <a:gd name="adj" fmla="val 23189"/>
            </a:avLst>
          </a:prstGeom>
          <a:noFill/>
          <a:ln>
            <a:solidFill>
              <a:srgbClr val="7300BF"/>
            </a:solidFill>
          </a:ln>
        </p:spPr>
        <p:txBody>
          <a:bodyPr anchor="ctr">
            <a:noAutofit/>
          </a:bodyPr>
          <a:lstStyle>
            <a:lvl1pPr algn="ctr">
              <a:defRPr sz="1067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F4EC602-6FA7-D89B-712C-9C762F086099}"/>
              </a:ext>
            </a:extLst>
          </p:cNvPr>
          <p:cNvSpPr>
            <a:spLocks noGrp="1" noChangeAspect="1"/>
          </p:cNvSpPr>
          <p:nvPr>
            <p:ph idx="21"/>
          </p:nvPr>
        </p:nvSpPr>
        <p:spPr>
          <a:xfrm>
            <a:off x="4404727" y="1187531"/>
            <a:ext cx="3403980" cy="5081876"/>
          </a:xfrm>
          <a:prstGeom prst="rect">
            <a:avLst/>
          </a:prstGeom>
        </p:spPr>
        <p:txBody>
          <a:bodyPr/>
          <a:lstStyle>
            <a:lvl1pPr marL="3048" indent="0">
              <a:lnSpc>
                <a:spcPct val="110000"/>
              </a:lnSpc>
              <a:spcBef>
                <a:spcPts val="533"/>
              </a:spcBef>
              <a:buClr>
                <a:schemeClr val="bg2"/>
              </a:buClr>
              <a:buFont typeface="Poppins" panose="00000500000000000000" pitchFamily="2" charset="0"/>
              <a:buNone/>
              <a:defRPr sz="1333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309011" indent="-230701">
              <a:lnSpc>
                <a:spcPct val="110000"/>
              </a:lnSpc>
              <a:spcBef>
                <a:spcPts val="533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12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29127" indent="-228584">
              <a:lnSpc>
                <a:spcPct val="110000"/>
              </a:lnSpc>
              <a:spcBef>
                <a:spcPts val="533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1067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759828" indent="-230701">
              <a:lnSpc>
                <a:spcPct val="110000"/>
              </a:lnSpc>
              <a:spcBef>
                <a:spcPts val="533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933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988410" indent="-228584">
              <a:lnSpc>
                <a:spcPct val="110000"/>
              </a:lnSpc>
              <a:spcBef>
                <a:spcPts val="533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55B7F43-1189-E7F2-DBFC-A5103DC33F4F}"/>
              </a:ext>
            </a:extLst>
          </p:cNvPr>
          <p:cNvSpPr>
            <a:spLocks noGrp="1" noChangeAspect="1"/>
          </p:cNvSpPr>
          <p:nvPr>
            <p:ph idx="1"/>
          </p:nvPr>
        </p:nvSpPr>
        <p:spPr>
          <a:xfrm>
            <a:off x="424607" y="1187531"/>
            <a:ext cx="3403980" cy="5081876"/>
          </a:xfrm>
          <a:prstGeom prst="rect">
            <a:avLst/>
          </a:prstGeom>
        </p:spPr>
        <p:txBody>
          <a:bodyPr/>
          <a:lstStyle>
            <a:lvl1pPr marL="3048" indent="0">
              <a:lnSpc>
                <a:spcPct val="110000"/>
              </a:lnSpc>
              <a:spcBef>
                <a:spcPts val="533"/>
              </a:spcBef>
              <a:buClr>
                <a:schemeClr val="bg2"/>
              </a:buClr>
              <a:buFont typeface="Poppins" panose="00000500000000000000" pitchFamily="2" charset="0"/>
              <a:buNone/>
              <a:defRPr sz="1333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309011" indent="-230701">
              <a:lnSpc>
                <a:spcPct val="110000"/>
              </a:lnSpc>
              <a:spcBef>
                <a:spcPts val="533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12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29127" indent="-228584">
              <a:lnSpc>
                <a:spcPct val="110000"/>
              </a:lnSpc>
              <a:spcBef>
                <a:spcPts val="533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1067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759828" indent="-230701">
              <a:lnSpc>
                <a:spcPct val="110000"/>
              </a:lnSpc>
              <a:spcBef>
                <a:spcPts val="533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933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988410" indent="-228584">
              <a:lnSpc>
                <a:spcPct val="110000"/>
              </a:lnSpc>
              <a:spcBef>
                <a:spcPts val="533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8DFCFF9E-6953-13D1-910E-AC97DE3D04BE}"/>
              </a:ext>
            </a:extLst>
          </p:cNvPr>
          <p:cNvSpPr>
            <a:spLocks noGrp="1" noChangeAspect="1"/>
          </p:cNvSpPr>
          <p:nvPr>
            <p:ph idx="22"/>
          </p:nvPr>
        </p:nvSpPr>
        <p:spPr>
          <a:xfrm>
            <a:off x="8372595" y="1190287"/>
            <a:ext cx="3403980" cy="5081876"/>
          </a:xfrm>
          <a:prstGeom prst="rect">
            <a:avLst/>
          </a:prstGeom>
        </p:spPr>
        <p:txBody>
          <a:bodyPr/>
          <a:lstStyle>
            <a:lvl1pPr marL="3048" indent="0">
              <a:lnSpc>
                <a:spcPct val="110000"/>
              </a:lnSpc>
              <a:spcBef>
                <a:spcPts val="533"/>
              </a:spcBef>
              <a:buClr>
                <a:schemeClr val="bg2"/>
              </a:buClr>
              <a:buFont typeface="Poppins" panose="00000500000000000000" pitchFamily="2" charset="0"/>
              <a:buNone/>
              <a:defRPr sz="1333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309011" indent="-230701">
              <a:lnSpc>
                <a:spcPct val="110000"/>
              </a:lnSpc>
              <a:spcBef>
                <a:spcPts val="533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12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29127" indent="-228584">
              <a:lnSpc>
                <a:spcPct val="110000"/>
              </a:lnSpc>
              <a:spcBef>
                <a:spcPts val="533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1067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759828" indent="-230701">
              <a:lnSpc>
                <a:spcPct val="110000"/>
              </a:lnSpc>
              <a:spcBef>
                <a:spcPts val="533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933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988410" indent="-228584">
              <a:lnSpc>
                <a:spcPct val="110000"/>
              </a:lnSpc>
              <a:spcBef>
                <a:spcPts val="533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88C365A-77A8-BD60-CC97-34727A49B5BD}"/>
              </a:ext>
            </a:extLst>
          </p:cNvPr>
          <p:cNvSpPr/>
          <p:nvPr userDrawn="1"/>
        </p:nvSpPr>
        <p:spPr>
          <a:xfrm>
            <a:off x="4172106" y="1307733"/>
            <a:ext cx="3788409" cy="4889868"/>
          </a:xfrm>
          <a:prstGeom prst="roundRect">
            <a:avLst>
              <a:gd name="adj" fmla="val 3454"/>
            </a:avLst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5479382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644">
          <p15:clr>
            <a:srgbClr val="E46962"/>
          </p15:clr>
        </p15:guide>
        <p15:guide id="3" orient="horz" pos="468">
          <p15:clr>
            <a:srgbClr val="E46962"/>
          </p15:clr>
        </p15:guide>
        <p15:guide id="4" orient="horz" pos="2988">
          <p15:clr>
            <a:srgbClr val="FBAE40"/>
          </p15:clr>
        </p15:guide>
        <p15:guide id="6" pos="2928">
          <p15:clr>
            <a:srgbClr val="FBAE40"/>
          </p15:clr>
        </p15:guide>
        <p15:guide id="7" pos="3024">
          <p15:clr>
            <a:srgbClr val="FBAE40"/>
          </p15:clr>
        </p15:guide>
        <p15:guide id="8" pos="96">
          <p15:clr>
            <a:srgbClr val="FBAE40"/>
          </p15:clr>
        </p15:guide>
        <p15:guide id="9" pos="192">
          <p15:clr>
            <a:srgbClr val="FBAE4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>
  <p:cSld name="1_Custom Layout 1">
    <p:bg>
      <p:bgPr>
        <a:solidFill>
          <a:srgbClr val="FCF8FF">
            <a:alpha val="80000"/>
          </a:srgbClr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>
            <a:spLocks noGrp="1"/>
          </p:cNvSpPr>
          <p:nvPr>
            <p:ph type="title"/>
          </p:nvPr>
        </p:nvSpPr>
        <p:spPr>
          <a:xfrm>
            <a:off x="2224932" y="172312"/>
            <a:ext cx="97212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45700" rIns="91425" bIns="45700" anchor="ctr" anchorCtr="0">
            <a:noAutofit/>
          </a:bodyPr>
          <a:lstStyle>
            <a:lvl1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/>
          </a:p>
        </p:txBody>
      </p:sp>
      <p:sp>
        <p:nvSpPr>
          <p:cNvPr id="59" name="Google Shape;59;p15"/>
          <p:cNvSpPr txBox="1">
            <a:spLocks noGrp="1"/>
          </p:cNvSpPr>
          <p:nvPr>
            <p:ph type="sldNum" idx="12"/>
          </p:nvPr>
        </p:nvSpPr>
        <p:spPr>
          <a:xfrm>
            <a:off x="10951088" y="6463067"/>
            <a:ext cx="762400" cy="31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60" name="Google Shape;60;p15" descr="A colorful logo with black background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751325" y="6540349"/>
            <a:ext cx="194776" cy="155851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5"/>
          <p:cNvSpPr txBox="1"/>
          <p:nvPr/>
        </p:nvSpPr>
        <p:spPr>
          <a:xfrm>
            <a:off x="-3222069" y="5023249"/>
            <a:ext cx="1439600" cy="3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>
              <a:solidFill>
                <a:schemeClr val="tx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Google Shape;86;p19">
            <a:extLst>
              <a:ext uri="{FF2B5EF4-FFF2-40B4-BE49-F238E27FC236}">
                <a16:creationId xmlns:a16="http://schemas.microsoft.com/office/drawing/2014/main" id="{DAB2961E-2928-B0B3-3B37-8CC8354C9FD8}"/>
              </a:ext>
            </a:extLst>
          </p:cNvPr>
          <p:cNvSpPr txBox="1"/>
          <p:nvPr userDrawn="1"/>
        </p:nvSpPr>
        <p:spPr>
          <a:xfrm>
            <a:off x="133633" y="6463067"/>
            <a:ext cx="1439600" cy="3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" sz="933" b="0" i="0" u="none" strike="noStrike" kern="0" cap="none" spc="0" normalizeH="0" baseline="0" noProof="0">
                <a:ln>
                  <a:noFill/>
                </a:ln>
                <a:solidFill>
                  <a:srgbClr val="0B0A2B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Confidential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rgbClr val="0B0A2B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29616055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11">
          <p15:clr>
            <a:srgbClr val="E46962"/>
          </p15:clr>
        </p15:guide>
        <p15:guide id="2" pos="5644">
          <p15:clr>
            <a:srgbClr val="E46962"/>
          </p15:clr>
        </p15:guide>
        <p15:guide id="3" orient="horz" pos="3008">
          <p15:clr>
            <a:srgbClr val="E46962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Quiver - White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04ADBB-2942-9EB6-C21C-34BAEB2A73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595" y="1377241"/>
            <a:ext cx="11173096" cy="4631675"/>
          </a:xfrm>
        </p:spPr>
        <p:txBody>
          <a:bodyPr/>
          <a:lstStyle>
            <a:lvl1pPr>
              <a:defRPr>
                <a:latin typeface="Franklin Gothic Book" panose="020B0503020102020204" pitchFamily="34" charset="0"/>
              </a:defRPr>
            </a:lvl1pPr>
            <a:lvl2pPr>
              <a:defRPr>
                <a:latin typeface="Franklin Gothic Book" panose="020B0503020102020204" pitchFamily="34" charset="0"/>
              </a:defRPr>
            </a:lvl2pPr>
            <a:lvl3pPr>
              <a:defRPr>
                <a:latin typeface="Franklin Gothic Book" panose="020B0503020102020204" pitchFamily="34" charset="0"/>
              </a:defRPr>
            </a:lvl3pPr>
            <a:lvl4pPr>
              <a:defRPr>
                <a:latin typeface="Franklin Gothic Book" panose="020B0503020102020204" pitchFamily="34" charset="0"/>
              </a:defRPr>
            </a:lvl4pPr>
            <a:lvl5pPr>
              <a:defRPr>
                <a:latin typeface="Franklin Gothic Book" panose="020B05030201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F5AC641-6439-1EAF-CA7C-1EEB46DA0C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0595" y="314799"/>
            <a:ext cx="11173096" cy="712815"/>
          </a:xfrm>
        </p:spPr>
        <p:txBody>
          <a:bodyPr anchor="b">
            <a:normAutofit/>
          </a:bodyPr>
          <a:lstStyle>
            <a:lvl1pPr algn="l">
              <a:defRPr sz="3200">
                <a:latin typeface="Franklin Gothic Book" panose="020B0503020102020204" pitchFamily="34" charset="0"/>
                <a:cs typeface="Poppins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2" name="Google Shape;71;p17" descr="A white letter on a black background&#10;&#10;AI-generated content may be incorrect.">
            <a:extLst>
              <a:ext uri="{FF2B5EF4-FFF2-40B4-BE49-F238E27FC236}">
                <a16:creationId xmlns:a16="http://schemas.microsoft.com/office/drawing/2014/main" id="{876C2BFF-D0B8-419A-38C1-53EEEC792162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r="89183"/>
          <a:stretch/>
        </p:blipFill>
        <p:spPr>
          <a:xfrm>
            <a:off x="11751337" y="6539971"/>
            <a:ext cx="194769" cy="156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60;p15" descr="A colorful logo with black background&#10;&#10;AI-generated content may be incorrect.">
            <a:extLst>
              <a:ext uri="{FF2B5EF4-FFF2-40B4-BE49-F238E27FC236}">
                <a16:creationId xmlns:a16="http://schemas.microsoft.com/office/drawing/2014/main" id="{DCC02B78-76FF-CF95-B7F1-D635E573F72B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11751325" y="6540349"/>
            <a:ext cx="194776" cy="155851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59;p15">
            <a:extLst>
              <a:ext uri="{FF2B5EF4-FFF2-40B4-BE49-F238E27FC236}">
                <a16:creationId xmlns:a16="http://schemas.microsoft.com/office/drawing/2014/main" id="{981AD905-3D99-A46F-4F58-AECE36DE3CFA}"/>
              </a:ext>
            </a:extLst>
          </p:cNvPr>
          <p:cNvSpPr txBox="1">
            <a:spLocks noGrp="1"/>
          </p:cNvSpPr>
          <p:nvPr>
            <p:ph type="sldNum" idx="4"/>
          </p:nvPr>
        </p:nvSpPr>
        <p:spPr>
          <a:xfrm>
            <a:off x="10951088" y="6463067"/>
            <a:ext cx="762400" cy="31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defTabSz="1219110">
              <a:defRPr/>
            </a:pPr>
            <a:fld id="{00000000-1234-1234-1234-123412341234}" type="slidenum">
              <a:rPr lang="en" smtClean="0">
                <a:solidFill>
                  <a:srgbClr val="0B0A2B"/>
                </a:solidFill>
              </a:rPr>
              <a:pPr defTabSz="1219110">
                <a:defRPr/>
              </a:pPr>
              <a:t>‹#›</a:t>
            </a:fld>
            <a:endParaRPr lang="en">
              <a:solidFill>
                <a:srgbClr val="0B0A2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931465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 userDrawn="1">
  <p:cSld name="1_Custom Layout 1">
    <p:bg>
      <p:bgPr>
        <a:solidFill>
          <a:schemeClr val="bg1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>
            <a:spLocks noGrp="1"/>
          </p:cNvSpPr>
          <p:nvPr>
            <p:ph type="title"/>
          </p:nvPr>
        </p:nvSpPr>
        <p:spPr>
          <a:xfrm>
            <a:off x="1444285" y="337316"/>
            <a:ext cx="6498187" cy="426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45700" rIns="91425" bIns="45700" anchor="ctr" anchorCtr="0">
            <a:noAutofit/>
          </a:bodyPr>
          <a:lstStyle>
            <a:lvl1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tx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9" name="Google Shape;59;p15"/>
          <p:cNvSpPr txBox="1">
            <a:spLocks noGrp="1"/>
          </p:cNvSpPr>
          <p:nvPr>
            <p:ph type="sldNum" idx="12"/>
          </p:nvPr>
        </p:nvSpPr>
        <p:spPr>
          <a:xfrm>
            <a:off x="10951088" y="6463067"/>
            <a:ext cx="762400" cy="31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60" name="Google Shape;60;p15" descr="A colorful logo with black background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751325" y="6540349"/>
            <a:ext cx="194776" cy="155851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5"/>
          <p:cNvSpPr txBox="1">
            <a:spLocks noChangeAspect="1"/>
          </p:cNvSpPr>
          <p:nvPr/>
        </p:nvSpPr>
        <p:spPr>
          <a:xfrm>
            <a:off x="133635" y="6463067"/>
            <a:ext cx="2937711" cy="3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C0B47534-CEEA-B0A2-1F01-6874548A6EC5}"/>
              </a:ext>
            </a:extLst>
          </p:cNvPr>
          <p:cNvSpPr>
            <a:spLocks noGrp="1" noChangeAspect="1"/>
          </p:cNvSpPr>
          <p:nvPr>
            <p:ph type="body" idx="14"/>
          </p:nvPr>
        </p:nvSpPr>
        <p:spPr>
          <a:xfrm>
            <a:off x="282717" y="990600"/>
            <a:ext cx="11430775" cy="28882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333">
                <a:solidFill>
                  <a:schemeClr val="tx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167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332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498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664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583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2994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16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327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7588B-69E1-FBC3-B0E1-F376867B240D}"/>
              </a:ext>
            </a:extLst>
          </p:cNvPr>
          <p:cNvSpPr txBox="1">
            <a:spLocks/>
          </p:cNvSpPr>
          <p:nvPr userDrawn="1"/>
        </p:nvSpPr>
        <p:spPr>
          <a:xfrm>
            <a:off x="234952" y="347003"/>
            <a:ext cx="1209333" cy="40719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400" kern="1200">
                <a:solidFill>
                  <a:schemeClr val="bg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067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3D3F85A6-4EA7-2673-E0C3-3779EFDEE6F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34951" y="347133"/>
            <a:ext cx="1195916" cy="406400"/>
          </a:xfrm>
          <a:prstGeom prst="roundRect">
            <a:avLst>
              <a:gd name="adj" fmla="val 14493"/>
            </a:avLst>
          </a:prstGeom>
          <a:noFill/>
          <a:ln>
            <a:solidFill>
              <a:srgbClr val="7300BF"/>
            </a:solidFill>
          </a:ln>
        </p:spPr>
        <p:txBody>
          <a:bodyPr anchor="ctr">
            <a:noAutofit/>
          </a:bodyPr>
          <a:lstStyle>
            <a:lvl1pPr algn="ctr">
              <a:defRPr sz="1067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675F6A8-F7E1-6453-0503-FD7B84F0BDDD}"/>
              </a:ext>
            </a:extLst>
          </p:cNvPr>
          <p:cNvSpPr>
            <a:spLocks noGrp="1" noChangeAspect="1"/>
          </p:cNvSpPr>
          <p:nvPr>
            <p:ph idx="1"/>
          </p:nvPr>
        </p:nvSpPr>
        <p:spPr>
          <a:xfrm>
            <a:off x="402872" y="1397003"/>
            <a:ext cx="11338560" cy="4854004"/>
          </a:xfrm>
          <a:prstGeom prst="rect">
            <a:avLst/>
          </a:prstGeom>
        </p:spPr>
        <p:txBody>
          <a:bodyPr/>
          <a:lstStyle>
            <a:lvl1pPr marL="3048" indent="0">
              <a:lnSpc>
                <a:spcPct val="110000"/>
              </a:lnSpc>
              <a:spcBef>
                <a:spcPts val="533"/>
              </a:spcBef>
              <a:buClr>
                <a:schemeClr val="bg2"/>
              </a:buClr>
              <a:buFont typeface="Poppins" panose="00000500000000000000" pitchFamily="2" charset="0"/>
              <a:buNone/>
              <a:defRPr sz="1333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309011" indent="-228584">
              <a:lnSpc>
                <a:spcPct val="110000"/>
              </a:lnSpc>
              <a:spcBef>
                <a:spcPts val="533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1333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29127" indent="-228584">
              <a:lnSpc>
                <a:spcPct val="110000"/>
              </a:lnSpc>
              <a:spcBef>
                <a:spcPts val="533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tabLst>
                <a:tab pos="529127" algn="l"/>
              </a:tabLst>
              <a:defRPr sz="12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759828" indent="-228584">
              <a:lnSpc>
                <a:spcPct val="110000"/>
              </a:lnSpc>
              <a:spcBef>
                <a:spcPts val="533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1067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988410" indent="-228584">
              <a:lnSpc>
                <a:spcPct val="110000"/>
              </a:lnSpc>
              <a:spcBef>
                <a:spcPts val="533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933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Google Shape;61;p15">
            <a:extLst>
              <a:ext uri="{FF2B5EF4-FFF2-40B4-BE49-F238E27FC236}">
                <a16:creationId xmlns:a16="http://schemas.microsoft.com/office/drawing/2014/main" id="{D91BDDC8-491D-D545-729B-59991F1C17BF}"/>
              </a:ext>
            </a:extLst>
          </p:cNvPr>
          <p:cNvSpPr txBox="1">
            <a:spLocks noChangeAspect="1"/>
          </p:cNvSpPr>
          <p:nvPr userDrawn="1"/>
        </p:nvSpPr>
        <p:spPr>
          <a:xfrm>
            <a:off x="931" y="6386357"/>
            <a:ext cx="4371164" cy="41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2533" tIns="162533" rIns="162533" bIns="162533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Proprietary and Confidential</a:t>
            </a:r>
            <a:br>
              <a:rPr lang="en-US"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© 2025 Quiver Bioscience Inc.  All Rights Reserved</a:t>
            </a:r>
            <a:endParaRPr sz="933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29169698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644">
          <p15:clr>
            <a:srgbClr val="E46962"/>
          </p15:clr>
        </p15:guide>
        <p15:guide id="3" orient="horz" pos="468">
          <p15:clr>
            <a:srgbClr val="E46962"/>
          </p15:clr>
        </p15:guide>
        <p15:guide id="4" orient="horz" pos="2988">
          <p15:clr>
            <a:srgbClr val="FBAE40"/>
          </p15:clr>
        </p15:guide>
        <p15:guide id="6" pos="2928">
          <p15:clr>
            <a:srgbClr val="FBAE40"/>
          </p15:clr>
        </p15:guide>
        <p15:guide id="7" pos="3024">
          <p15:clr>
            <a:srgbClr val="FBAE40"/>
          </p15:clr>
        </p15:guide>
        <p15:guide id="8" pos="96">
          <p15:clr>
            <a:srgbClr val="FBAE40"/>
          </p15:clr>
        </p15:guide>
        <p15:guide id="9" pos="192">
          <p15:clr>
            <a:srgbClr val="FBAE40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 userDrawn="1">
  <p:cSld name="1_Custom Layout 1">
    <p:bg>
      <p:bgPr>
        <a:solidFill>
          <a:schemeClr val="bg1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>
            <a:spLocks noGrp="1"/>
          </p:cNvSpPr>
          <p:nvPr>
            <p:ph type="title"/>
          </p:nvPr>
        </p:nvSpPr>
        <p:spPr>
          <a:xfrm>
            <a:off x="1444285" y="337316"/>
            <a:ext cx="6498187" cy="426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45700" rIns="91425" bIns="45700" anchor="ctr" anchorCtr="0">
            <a:noAutofit/>
          </a:bodyPr>
          <a:lstStyle>
            <a:lvl1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tx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9" name="Google Shape;59;p15"/>
          <p:cNvSpPr txBox="1">
            <a:spLocks noGrp="1"/>
          </p:cNvSpPr>
          <p:nvPr>
            <p:ph type="sldNum" idx="12"/>
          </p:nvPr>
        </p:nvSpPr>
        <p:spPr>
          <a:xfrm>
            <a:off x="10951088" y="6463067"/>
            <a:ext cx="762400" cy="31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60" name="Google Shape;60;p15" descr="A colorful logo with black background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751325" y="6540349"/>
            <a:ext cx="194776" cy="155851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5"/>
          <p:cNvSpPr txBox="1">
            <a:spLocks noChangeAspect="1"/>
          </p:cNvSpPr>
          <p:nvPr/>
        </p:nvSpPr>
        <p:spPr>
          <a:xfrm>
            <a:off x="133635" y="6463067"/>
            <a:ext cx="2937711" cy="3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C0B47534-CEEA-B0A2-1F01-6874548A6EC5}"/>
              </a:ext>
            </a:extLst>
          </p:cNvPr>
          <p:cNvSpPr>
            <a:spLocks noGrp="1" noChangeAspect="1"/>
          </p:cNvSpPr>
          <p:nvPr>
            <p:ph type="body" idx="14"/>
          </p:nvPr>
        </p:nvSpPr>
        <p:spPr>
          <a:xfrm>
            <a:off x="282717" y="990600"/>
            <a:ext cx="11430775" cy="28882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333">
                <a:solidFill>
                  <a:schemeClr val="tx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167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332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498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664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583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2994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16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327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7588B-69E1-FBC3-B0E1-F376867B240D}"/>
              </a:ext>
            </a:extLst>
          </p:cNvPr>
          <p:cNvSpPr txBox="1">
            <a:spLocks/>
          </p:cNvSpPr>
          <p:nvPr userDrawn="1"/>
        </p:nvSpPr>
        <p:spPr>
          <a:xfrm>
            <a:off x="234952" y="347003"/>
            <a:ext cx="1209333" cy="40719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400" kern="1200">
                <a:solidFill>
                  <a:schemeClr val="bg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067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3D3F85A6-4EA7-2673-E0C3-3779EFDEE6F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34951" y="347133"/>
            <a:ext cx="1195916" cy="406400"/>
          </a:xfrm>
          <a:prstGeom prst="roundRect">
            <a:avLst>
              <a:gd name="adj" fmla="val 14493"/>
            </a:avLst>
          </a:prstGeom>
          <a:noFill/>
          <a:ln>
            <a:solidFill>
              <a:srgbClr val="7300BF"/>
            </a:solidFill>
          </a:ln>
        </p:spPr>
        <p:txBody>
          <a:bodyPr anchor="ctr">
            <a:noAutofit/>
          </a:bodyPr>
          <a:lstStyle>
            <a:lvl1pPr algn="ctr">
              <a:defRPr sz="1067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675F6A8-F7E1-6453-0503-FD7B84F0BDDD}"/>
              </a:ext>
            </a:extLst>
          </p:cNvPr>
          <p:cNvSpPr>
            <a:spLocks noGrp="1" noChangeAspect="1"/>
          </p:cNvSpPr>
          <p:nvPr>
            <p:ph idx="1"/>
          </p:nvPr>
        </p:nvSpPr>
        <p:spPr>
          <a:xfrm>
            <a:off x="402872" y="1397003"/>
            <a:ext cx="11338560" cy="4854004"/>
          </a:xfrm>
          <a:prstGeom prst="rect">
            <a:avLst/>
          </a:prstGeom>
        </p:spPr>
        <p:txBody>
          <a:bodyPr/>
          <a:lstStyle>
            <a:lvl1pPr marL="3048" indent="0">
              <a:lnSpc>
                <a:spcPct val="110000"/>
              </a:lnSpc>
              <a:spcBef>
                <a:spcPts val="533"/>
              </a:spcBef>
              <a:buClr>
                <a:schemeClr val="bg2"/>
              </a:buClr>
              <a:buFont typeface="Poppins" panose="00000500000000000000" pitchFamily="2" charset="0"/>
              <a:buNone/>
              <a:defRPr sz="1333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309011" indent="-228584">
              <a:lnSpc>
                <a:spcPct val="110000"/>
              </a:lnSpc>
              <a:spcBef>
                <a:spcPts val="533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1333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29127" indent="-228584">
              <a:lnSpc>
                <a:spcPct val="110000"/>
              </a:lnSpc>
              <a:spcBef>
                <a:spcPts val="533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tabLst>
                <a:tab pos="529127" algn="l"/>
              </a:tabLst>
              <a:defRPr sz="12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759828" indent="-228584">
              <a:lnSpc>
                <a:spcPct val="110000"/>
              </a:lnSpc>
              <a:spcBef>
                <a:spcPts val="533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1067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988410" indent="-228584">
              <a:lnSpc>
                <a:spcPct val="110000"/>
              </a:lnSpc>
              <a:spcBef>
                <a:spcPts val="533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933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Google Shape;61;p15">
            <a:extLst>
              <a:ext uri="{FF2B5EF4-FFF2-40B4-BE49-F238E27FC236}">
                <a16:creationId xmlns:a16="http://schemas.microsoft.com/office/drawing/2014/main" id="{D91BDDC8-491D-D545-729B-59991F1C17BF}"/>
              </a:ext>
            </a:extLst>
          </p:cNvPr>
          <p:cNvSpPr txBox="1">
            <a:spLocks noChangeAspect="1"/>
          </p:cNvSpPr>
          <p:nvPr userDrawn="1"/>
        </p:nvSpPr>
        <p:spPr>
          <a:xfrm>
            <a:off x="931" y="6386357"/>
            <a:ext cx="4371164" cy="41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2533" tIns="162533" rIns="162533" bIns="162533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Confidential</a:t>
            </a:r>
            <a:endParaRPr sz="933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3782394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644">
          <p15:clr>
            <a:srgbClr val="E46962"/>
          </p15:clr>
        </p15:guide>
        <p15:guide id="3" orient="horz" pos="468">
          <p15:clr>
            <a:srgbClr val="E46962"/>
          </p15:clr>
        </p15:guide>
        <p15:guide id="4" orient="horz" pos="2988">
          <p15:clr>
            <a:srgbClr val="FBAE40"/>
          </p15:clr>
        </p15:guide>
        <p15:guide id="6" pos="2928">
          <p15:clr>
            <a:srgbClr val="FBAE40"/>
          </p15:clr>
        </p15:guide>
        <p15:guide id="7" pos="3024">
          <p15:clr>
            <a:srgbClr val="FBAE40"/>
          </p15:clr>
        </p15:guide>
        <p15:guide id="8" pos="96">
          <p15:clr>
            <a:srgbClr val="FBAE40"/>
          </p15:clr>
        </p15:guide>
        <p15:guide id="9" pos="192">
          <p15:clr>
            <a:srgbClr val="FBAE40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iver - White Title and Content">
  <p:cSld name="1_Quiver - White Title and Content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0"/>
          <p:cNvSpPr txBox="1">
            <a:spLocks noGrp="1"/>
          </p:cNvSpPr>
          <p:nvPr>
            <p:ph type="body" idx="1"/>
          </p:nvPr>
        </p:nvSpPr>
        <p:spPr>
          <a:xfrm>
            <a:off x="400595" y="1377239"/>
            <a:ext cx="11173200" cy="46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609555" lvl="0" indent="-482564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  <a:defRPr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1219110" lvl="1" indent="-457167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1828664" lvl="2" indent="-43176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2438218" lvl="3" indent="-42330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3047772" lvl="4" indent="-42330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3657327" lvl="5" indent="-42330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4266880" lvl="6" indent="-42330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4876435" lvl="7" indent="-42330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5485990" lvl="8" indent="-423301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4" name="Google Shape;84;p20"/>
          <p:cNvSpPr txBox="1">
            <a:spLocks noGrp="1"/>
          </p:cNvSpPr>
          <p:nvPr>
            <p:ph type="sldNum" idx="12"/>
          </p:nvPr>
        </p:nvSpPr>
        <p:spPr>
          <a:xfrm>
            <a:off x="11353800" y="6265555"/>
            <a:ext cx="4880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0" lvl="0" indent="0" algn="r">
              <a:spcBef>
                <a:spcPts val="0"/>
              </a:spcBef>
              <a:buNone/>
              <a:defRPr sz="10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lvl="1" indent="0" algn="r">
              <a:spcBef>
                <a:spcPts val="0"/>
              </a:spcBef>
              <a:buNone/>
              <a:defRPr sz="10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lvl="2" indent="0" algn="r">
              <a:spcBef>
                <a:spcPts val="0"/>
              </a:spcBef>
              <a:buNone/>
              <a:defRPr sz="10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lvl="3" indent="0" algn="r">
              <a:spcBef>
                <a:spcPts val="0"/>
              </a:spcBef>
              <a:buNone/>
              <a:defRPr sz="10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lvl="4" indent="0" algn="r">
              <a:spcBef>
                <a:spcPts val="0"/>
              </a:spcBef>
              <a:buNone/>
              <a:defRPr sz="10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lvl="5" indent="0" algn="r">
              <a:spcBef>
                <a:spcPts val="0"/>
              </a:spcBef>
              <a:buNone/>
              <a:defRPr sz="10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lvl="6" indent="0" algn="r">
              <a:spcBef>
                <a:spcPts val="0"/>
              </a:spcBef>
              <a:buNone/>
              <a:defRPr sz="10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lvl="7" indent="0" algn="r">
              <a:spcBef>
                <a:spcPts val="0"/>
              </a:spcBef>
              <a:buNone/>
              <a:defRPr sz="10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lvl="8" indent="0" algn="r">
              <a:spcBef>
                <a:spcPts val="0"/>
              </a:spcBef>
              <a:buNone/>
              <a:defRPr sz="10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85" name="Google Shape;85;p20"/>
          <p:cNvSpPr txBox="1">
            <a:spLocks noGrp="1"/>
          </p:cNvSpPr>
          <p:nvPr>
            <p:ph type="ctrTitle"/>
          </p:nvPr>
        </p:nvSpPr>
        <p:spPr>
          <a:xfrm>
            <a:off x="400595" y="314795"/>
            <a:ext cx="11173200" cy="7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ibre Franklin"/>
              <a:buNone/>
              <a:defRPr sz="32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35998988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1_Title slide">
    <p:bg>
      <p:bgPr>
        <a:solidFill>
          <a:schemeClr val="lt1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/>
          </a:p>
        </p:txBody>
      </p:sp>
      <p:sp>
        <p:nvSpPr>
          <p:cNvPr id="55" name="Google Shape;55;p14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2" name="Google Shape;60;p15" descr="A colorful logo with black background&#10;&#10;AI-generated content may be incorrect.">
            <a:extLst>
              <a:ext uri="{FF2B5EF4-FFF2-40B4-BE49-F238E27FC236}">
                <a16:creationId xmlns:a16="http://schemas.microsoft.com/office/drawing/2014/main" id="{C74834FE-EA96-8262-9554-5C8C543A4C05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1751325" y="6540349"/>
            <a:ext cx="194776" cy="1558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61811946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>
  <p:cSld name="1_Custom Layout 1">
    <p:bg>
      <p:bgPr>
        <a:solidFill>
          <a:srgbClr val="FCF8FF">
            <a:alpha val="80000"/>
          </a:srgbClr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>
            <a:spLocks noGrp="1"/>
          </p:cNvSpPr>
          <p:nvPr>
            <p:ph type="title"/>
          </p:nvPr>
        </p:nvSpPr>
        <p:spPr>
          <a:xfrm>
            <a:off x="2224932" y="172312"/>
            <a:ext cx="97212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45700" rIns="91425" bIns="45700" anchor="ctr" anchorCtr="0">
            <a:noAutofit/>
          </a:bodyPr>
          <a:lstStyle>
            <a:lvl1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/>
          </a:p>
        </p:txBody>
      </p:sp>
      <p:sp>
        <p:nvSpPr>
          <p:cNvPr id="59" name="Google Shape;59;p15"/>
          <p:cNvSpPr txBox="1">
            <a:spLocks noGrp="1"/>
          </p:cNvSpPr>
          <p:nvPr>
            <p:ph type="sldNum" idx="12"/>
          </p:nvPr>
        </p:nvSpPr>
        <p:spPr>
          <a:xfrm>
            <a:off x="10951088" y="6463067"/>
            <a:ext cx="762400" cy="31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60" name="Google Shape;60;p15" descr="A colorful logo with black background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751325" y="6540349"/>
            <a:ext cx="194776" cy="15585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61;p15">
            <a:extLst>
              <a:ext uri="{FF2B5EF4-FFF2-40B4-BE49-F238E27FC236}">
                <a16:creationId xmlns:a16="http://schemas.microsoft.com/office/drawing/2014/main" id="{5280642B-34AB-547B-C54F-8343C3E16A17}"/>
              </a:ext>
            </a:extLst>
          </p:cNvPr>
          <p:cNvSpPr txBox="1"/>
          <p:nvPr userDrawn="1"/>
        </p:nvSpPr>
        <p:spPr>
          <a:xfrm>
            <a:off x="133633" y="6463067"/>
            <a:ext cx="1439600" cy="3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Confidential</a:t>
            </a:r>
            <a:endParaRPr sz="933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6507947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11">
          <p15:clr>
            <a:srgbClr val="E46962"/>
          </p15:clr>
        </p15:guide>
        <p15:guide id="2" pos="5644">
          <p15:clr>
            <a:srgbClr val="E46962"/>
          </p15:clr>
        </p15:guide>
        <p15:guide id="3" orient="horz" pos="3008">
          <p15:clr>
            <a:srgbClr val="E46962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 userDrawn="1">
  <p:cSld name="1_Custom Layout 1">
    <p:bg>
      <p:bgPr>
        <a:solidFill>
          <a:schemeClr val="bg1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>
            <a:spLocks noGrp="1"/>
          </p:cNvSpPr>
          <p:nvPr>
            <p:ph type="title"/>
          </p:nvPr>
        </p:nvSpPr>
        <p:spPr>
          <a:xfrm>
            <a:off x="1444285" y="337316"/>
            <a:ext cx="6498187" cy="426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45700" rIns="91425" bIns="45700" anchor="ctr" anchorCtr="0">
            <a:noAutofit/>
          </a:bodyPr>
          <a:lstStyle>
            <a:lvl1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tx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9" name="Google Shape;59;p15"/>
          <p:cNvSpPr txBox="1">
            <a:spLocks noGrp="1"/>
          </p:cNvSpPr>
          <p:nvPr>
            <p:ph type="sldNum" idx="12"/>
          </p:nvPr>
        </p:nvSpPr>
        <p:spPr>
          <a:xfrm>
            <a:off x="10951088" y="6463067"/>
            <a:ext cx="762400" cy="31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60" name="Google Shape;60;p15" descr="A colorful logo with black background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751325" y="6540349"/>
            <a:ext cx="194776" cy="155851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5"/>
          <p:cNvSpPr txBox="1">
            <a:spLocks noChangeAspect="1"/>
          </p:cNvSpPr>
          <p:nvPr/>
        </p:nvSpPr>
        <p:spPr>
          <a:xfrm>
            <a:off x="133635" y="6463067"/>
            <a:ext cx="2937711" cy="3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C0B47534-CEEA-B0A2-1F01-6874548A6EC5}"/>
              </a:ext>
            </a:extLst>
          </p:cNvPr>
          <p:cNvSpPr>
            <a:spLocks noGrp="1" noChangeAspect="1"/>
          </p:cNvSpPr>
          <p:nvPr>
            <p:ph type="body" idx="14"/>
          </p:nvPr>
        </p:nvSpPr>
        <p:spPr>
          <a:xfrm>
            <a:off x="282717" y="990600"/>
            <a:ext cx="11430775" cy="28882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333">
                <a:solidFill>
                  <a:schemeClr val="tx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167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332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498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664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583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2994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16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327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7588B-69E1-FBC3-B0E1-F376867B240D}"/>
              </a:ext>
            </a:extLst>
          </p:cNvPr>
          <p:cNvSpPr txBox="1">
            <a:spLocks/>
          </p:cNvSpPr>
          <p:nvPr userDrawn="1"/>
        </p:nvSpPr>
        <p:spPr>
          <a:xfrm>
            <a:off x="234952" y="347003"/>
            <a:ext cx="1209333" cy="40719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400" kern="1200">
                <a:solidFill>
                  <a:schemeClr val="bg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067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3D3F85A6-4EA7-2673-E0C3-3779EFDEE6F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34951" y="347133"/>
            <a:ext cx="1195916" cy="406400"/>
          </a:xfrm>
          <a:prstGeom prst="roundRect">
            <a:avLst>
              <a:gd name="adj" fmla="val 14493"/>
            </a:avLst>
          </a:prstGeom>
          <a:noFill/>
          <a:ln>
            <a:solidFill>
              <a:srgbClr val="7300BF"/>
            </a:solidFill>
          </a:ln>
        </p:spPr>
        <p:txBody>
          <a:bodyPr anchor="ctr">
            <a:noAutofit/>
          </a:bodyPr>
          <a:lstStyle>
            <a:lvl1pPr algn="ctr">
              <a:defRPr sz="1067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675F6A8-F7E1-6453-0503-FD7B84F0BDDD}"/>
              </a:ext>
            </a:extLst>
          </p:cNvPr>
          <p:cNvSpPr>
            <a:spLocks noGrp="1" noChangeAspect="1"/>
          </p:cNvSpPr>
          <p:nvPr>
            <p:ph idx="1"/>
          </p:nvPr>
        </p:nvSpPr>
        <p:spPr>
          <a:xfrm>
            <a:off x="402872" y="1397003"/>
            <a:ext cx="11338560" cy="4854004"/>
          </a:xfrm>
          <a:prstGeom prst="rect">
            <a:avLst/>
          </a:prstGeom>
        </p:spPr>
        <p:txBody>
          <a:bodyPr/>
          <a:lstStyle>
            <a:lvl1pPr marL="3048" indent="0">
              <a:lnSpc>
                <a:spcPct val="110000"/>
              </a:lnSpc>
              <a:spcBef>
                <a:spcPts val="533"/>
              </a:spcBef>
              <a:buClr>
                <a:schemeClr val="bg2"/>
              </a:buClr>
              <a:buFont typeface="Poppins" panose="00000500000000000000" pitchFamily="2" charset="0"/>
              <a:buNone/>
              <a:defRPr sz="1333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309011" indent="-228584">
              <a:lnSpc>
                <a:spcPct val="110000"/>
              </a:lnSpc>
              <a:spcBef>
                <a:spcPts val="533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1333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29127" indent="-228584">
              <a:lnSpc>
                <a:spcPct val="110000"/>
              </a:lnSpc>
              <a:spcBef>
                <a:spcPts val="533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tabLst>
                <a:tab pos="529127" algn="l"/>
              </a:tabLst>
              <a:defRPr sz="12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759828" indent="-228584">
              <a:lnSpc>
                <a:spcPct val="110000"/>
              </a:lnSpc>
              <a:spcBef>
                <a:spcPts val="533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1067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988410" indent="-228584">
              <a:lnSpc>
                <a:spcPct val="110000"/>
              </a:lnSpc>
              <a:spcBef>
                <a:spcPts val="533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933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712314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644">
          <p15:clr>
            <a:srgbClr val="E46962"/>
          </p15:clr>
        </p15:guide>
        <p15:guide id="3" orient="horz" pos="468">
          <p15:clr>
            <a:srgbClr val="E46962"/>
          </p15:clr>
        </p15:guide>
        <p15:guide id="4" orient="horz" pos="2988">
          <p15:clr>
            <a:srgbClr val="FBAE40"/>
          </p15:clr>
        </p15:guide>
        <p15:guide id="6" pos="2928">
          <p15:clr>
            <a:srgbClr val="FBAE40"/>
          </p15:clr>
        </p15:guide>
        <p15:guide id="7" pos="3024">
          <p15:clr>
            <a:srgbClr val="FBAE40"/>
          </p15:clr>
        </p15:guide>
        <p15:guide id="8" pos="96">
          <p15:clr>
            <a:srgbClr val="FBAE40"/>
          </p15:clr>
        </p15:guide>
        <p15:guide id="9" pos="192">
          <p15:clr>
            <a:srgbClr val="FBAE40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Quiver - White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04ADBB-2942-9EB6-C21C-34BAEB2A73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595" y="1377241"/>
            <a:ext cx="11173096" cy="4631675"/>
          </a:xfrm>
        </p:spPr>
        <p:txBody>
          <a:bodyPr/>
          <a:lstStyle>
            <a:lvl1pPr>
              <a:defRPr>
                <a:latin typeface="Franklin Gothic Book" panose="020B0503020102020204" pitchFamily="34" charset="0"/>
              </a:defRPr>
            </a:lvl1pPr>
            <a:lvl2pPr>
              <a:defRPr>
                <a:latin typeface="Franklin Gothic Book" panose="020B0503020102020204" pitchFamily="34" charset="0"/>
              </a:defRPr>
            </a:lvl2pPr>
            <a:lvl3pPr>
              <a:defRPr>
                <a:latin typeface="Franklin Gothic Book" panose="020B0503020102020204" pitchFamily="34" charset="0"/>
              </a:defRPr>
            </a:lvl3pPr>
            <a:lvl4pPr>
              <a:defRPr>
                <a:latin typeface="Franklin Gothic Book" panose="020B0503020102020204" pitchFamily="34" charset="0"/>
              </a:defRPr>
            </a:lvl4pPr>
            <a:lvl5pPr>
              <a:defRPr>
                <a:latin typeface="Franklin Gothic Book" panose="020B05030201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298CEE-83BD-B63C-0C63-ED4A019E4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6265556"/>
            <a:ext cx="487680" cy="365125"/>
          </a:xfrm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fld id="{E547683A-CE1D-734C-938A-426871A0A0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F5AC641-6439-1EAF-CA7C-1EEB46DA0C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0595" y="314798"/>
            <a:ext cx="11173096" cy="712815"/>
          </a:xfrm>
        </p:spPr>
        <p:txBody>
          <a:bodyPr anchor="b">
            <a:normAutofit/>
          </a:bodyPr>
          <a:lstStyle>
            <a:lvl1pPr algn="l">
              <a:defRPr sz="3200">
                <a:latin typeface="Franklin Gothic Book" panose="020B0503020102020204" pitchFamily="34" charset="0"/>
                <a:cs typeface="Poppins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41920785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 userDrawn="1">
  <p:cSld name="1_Custom Layout 1">
    <p:bg>
      <p:bgPr>
        <a:solidFill>
          <a:srgbClr val="FCF8FF">
            <a:alpha val="80000"/>
          </a:srgbClr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>
            <a:spLocks noGrp="1"/>
          </p:cNvSpPr>
          <p:nvPr>
            <p:ph type="title"/>
          </p:nvPr>
        </p:nvSpPr>
        <p:spPr>
          <a:xfrm>
            <a:off x="1444283" y="338260"/>
            <a:ext cx="6533948" cy="426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45700" rIns="91425" bIns="45700" anchor="ctr" anchorCtr="0">
            <a:noAutofit/>
          </a:bodyPr>
          <a:lstStyle>
            <a:lvl1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tx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9" name="Google Shape;59;p15"/>
          <p:cNvSpPr txBox="1">
            <a:spLocks noGrp="1"/>
          </p:cNvSpPr>
          <p:nvPr>
            <p:ph type="sldNum" idx="12"/>
          </p:nvPr>
        </p:nvSpPr>
        <p:spPr>
          <a:xfrm>
            <a:off x="10951088" y="6463067"/>
            <a:ext cx="762400" cy="31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60" name="Google Shape;60;p15" descr="A colorful logo with black background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751325" y="6540349"/>
            <a:ext cx="194776" cy="155851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5"/>
          <p:cNvSpPr txBox="1">
            <a:spLocks noChangeAspect="1"/>
          </p:cNvSpPr>
          <p:nvPr/>
        </p:nvSpPr>
        <p:spPr>
          <a:xfrm>
            <a:off x="133633" y="6463067"/>
            <a:ext cx="950283" cy="3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53611D5-BFCD-8FD3-3C18-8578FAB839C4}"/>
              </a:ext>
            </a:extLst>
          </p:cNvPr>
          <p:cNvSpPr/>
          <p:nvPr userDrawn="1"/>
        </p:nvSpPr>
        <p:spPr>
          <a:xfrm>
            <a:off x="234954" y="992984"/>
            <a:ext cx="3788409" cy="5334000"/>
          </a:xfrm>
          <a:prstGeom prst="roundRect">
            <a:avLst>
              <a:gd name="adj" fmla="val 3454"/>
            </a:avLst>
          </a:prstGeom>
          <a:solidFill>
            <a:srgbClr val="0A0B2B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B9F4885-4A43-C970-99CB-A59B4D2DD4A5}"/>
              </a:ext>
            </a:extLst>
          </p:cNvPr>
          <p:cNvSpPr/>
          <p:nvPr userDrawn="1"/>
        </p:nvSpPr>
        <p:spPr>
          <a:xfrm>
            <a:off x="4189825" y="990600"/>
            <a:ext cx="3788409" cy="5334000"/>
          </a:xfrm>
          <a:prstGeom prst="roundRect">
            <a:avLst>
              <a:gd name="adj" fmla="val 3454"/>
            </a:avLst>
          </a:prstGeom>
          <a:solidFill>
            <a:srgbClr val="0A0B2B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9798938-1513-B04E-108F-B9E226BBBDB7}"/>
              </a:ext>
            </a:extLst>
          </p:cNvPr>
          <p:cNvSpPr/>
          <p:nvPr userDrawn="1"/>
        </p:nvSpPr>
        <p:spPr>
          <a:xfrm>
            <a:off x="8157696" y="990600"/>
            <a:ext cx="3788409" cy="5334000"/>
          </a:xfrm>
          <a:prstGeom prst="roundRect">
            <a:avLst>
              <a:gd name="adj" fmla="val 3454"/>
            </a:avLst>
          </a:prstGeom>
          <a:solidFill>
            <a:srgbClr val="0A0B2B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F003C1F-5228-B17F-75F4-29D85656CEB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34951" y="347133"/>
            <a:ext cx="1195916" cy="406400"/>
          </a:xfrm>
          <a:prstGeom prst="roundRect">
            <a:avLst>
              <a:gd name="adj" fmla="val 23189"/>
            </a:avLst>
          </a:prstGeom>
          <a:noFill/>
          <a:ln>
            <a:solidFill>
              <a:srgbClr val="7300BF"/>
            </a:solidFill>
          </a:ln>
        </p:spPr>
        <p:txBody>
          <a:bodyPr anchor="ctr">
            <a:noAutofit/>
          </a:bodyPr>
          <a:lstStyle>
            <a:lvl1pPr algn="ctr">
              <a:defRPr sz="1067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F4EC602-6FA7-D89B-712C-9C762F086099}"/>
              </a:ext>
            </a:extLst>
          </p:cNvPr>
          <p:cNvSpPr>
            <a:spLocks noGrp="1" noChangeAspect="1"/>
          </p:cNvSpPr>
          <p:nvPr>
            <p:ph idx="21"/>
          </p:nvPr>
        </p:nvSpPr>
        <p:spPr>
          <a:xfrm>
            <a:off x="4404727" y="1187531"/>
            <a:ext cx="3403980" cy="5081876"/>
          </a:xfrm>
          <a:prstGeom prst="rect">
            <a:avLst/>
          </a:prstGeom>
        </p:spPr>
        <p:txBody>
          <a:bodyPr/>
          <a:lstStyle>
            <a:lvl1pPr marL="3048" indent="0">
              <a:lnSpc>
                <a:spcPct val="110000"/>
              </a:lnSpc>
              <a:spcBef>
                <a:spcPts val="533"/>
              </a:spcBef>
              <a:buClr>
                <a:schemeClr val="bg2"/>
              </a:buClr>
              <a:buFont typeface="Poppins" panose="00000500000000000000" pitchFamily="2" charset="0"/>
              <a:buNone/>
              <a:defRPr sz="1333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309011" indent="-230701">
              <a:lnSpc>
                <a:spcPct val="110000"/>
              </a:lnSpc>
              <a:spcBef>
                <a:spcPts val="533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12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29127" indent="-228584">
              <a:lnSpc>
                <a:spcPct val="110000"/>
              </a:lnSpc>
              <a:spcBef>
                <a:spcPts val="533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1067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759828" indent="-230701">
              <a:lnSpc>
                <a:spcPct val="110000"/>
              </a:lnSpc>
              <a:spcBef>
                <a:spcPts val="533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933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988410" indent="-228584">
              <a:lnSpc>
                <a:spcPct val="110000"/>
              </a:lnSpc>
              <a:spcBef>
                <a:spcPts val="533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55B7F43-1189-E7F2-DBFC-A5103DC33F4F}"/>
              </a:ext>
            </a:extLst>
          </p:cNvPr>
          <p:cNvSpPr>
            <a:spLocks noGrp="1" noChangeAspect="1"/>
          </p:cNvSpPr>
          <p:nvPr>
            <p:ph idx="1"/>
          </p:nvPr>
        </p:nvSpPr>
        <p:spPr>
          <a:xfrm>
            <a:off x="424607" y="1187531"/>
            <a:ext cx="3403980" cy="5081876"/>
          </a:xfrm>
          <a:prstGeom prst="rect">
            <a:avLst/>
          </a:prstGeom>
        </p:spPr>
        <p:txBody>
          <a:bodyPr/>
          <a:lstStyle>
            <a:lvl1pPr marL="3048" indent="0">
              <a:lnSpc>
                <a:spcPct val="110000"/>
              </a:lnSpc>
              <a:spcBef>
                <a:spcPts val="533"/>
              </a:spcBef>
              <a:buClr>
                <a:schemeClr val="bg2"/>
              </a:buClr>
              <a:buFont typeface="Poppins" panose="00000500000000000000" pitchFamily="2" charset="0"/>
              <a:buNone/>
              <a:defRPr sz="1333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309011" indent="-230701">
              <a:lnSpc>
                <a:spcPct val="110000"/>
              </a:lnSpc>
              <a:spcBef>
                <a:spcPts val="533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12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29127" indent="-228584">
              <a:lnSpc>
                <a:spcPct val="110000"/>
              </a:lnSpc>
              <a:spcBef>
                <a:spcPts val="533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1067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759828" indent="-230701">
              <a:lnSpc>
                <a:spcPct val="110000"/>
              </a:lnSpc>
              <a:spcBef>
                <a:spcPts val="533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933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988410" indent="-228584">
              <a:lnSpc>
                <a:spcPct val="110000"/>
              </a:lnSpc>
              <a:spcBef>
                <a:spcPts val="533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8DFCFF9E-6953-13D1-910E-AC97DE3D04BE}"/>
              </a:ext>
            </a:extLst>
          </p:cNvPr>
          <p:cNvSpPr>
            <a:spLocks noGrp="1" noChangeAspect="1"/>
          </p:cNvSpPr>
          <p:nvPr>
            <p:ph idx="22"/>
          </p:nvPr>
        </p:nvSpPr>
        <p:spPr>
          <a:xfrm>
            <a:off x="8372595" y="1190287"/>
            <a:ext cx="3403980" cy="5081876"/>
          </a:xfrm>
          <a:prstGeom prst="rect">
            <a:avLst/>
          </a:prstGeom>
        </p:spPr>
        <p:txBody>
          <a:bodyPr/>
          <a:lstStyle>
            <a:lvl1pPr marL="3048" indent="0">
              <a:lnSpc>
                <a:spcPct val="110000"/>
              </a:lnSpc>
              <a:spcBef>
                <a:spcPts val="533"/>
              </a:spcBef>
              <a:buClr>
                <a:schemeClr val="bg2"/>
              </a:buClr>
              <a:buFont typeface="Poppins" panose="00000500000000000000" pitchFamily="2" charset="0"/>
              <a:buNone/>
              <a:defRPr sz="1333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309011" indent="-230701">
              <a:lnSpc>
                <a:spcPct val="110000"/>
              </a:lnSpc>
              <a:spcBef>
                <a:spcPts val="533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12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29127" indent="-228584">
              <a:lnSpc>
                <a:spcPct val="110000"/>
              </a:lnSpc>
              <a:spcBef>
                <a:spcPts val="533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1067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759828" indent="-230701">
              <a:lnSpc>
                <a:spcPct val="110000"/>
              </a:lnSpc>
              <a:spcBef>
                <a:spcPts val="533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933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988410" indent="-228584">
              <a:lnSpc>
                <a:spcPct val="110000"/>
              </a:lnSpc>
              <a:spcBef>
                <a:spcPts val="533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623728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644">
          <p15:clr>
            <a:srgbClr val="E46962"/>
          </p15:clr>
        </p15:guide>
        <p15:guide id="3" orient="horz" pos="468">
          <p15:clr>
            <a:srgbClr val="E46962"/>
          </p15:clr>
        </p15:guide>
        <p15:guide id="4" orient="horz" pos="2988">
          <p15:clr>
            <a:srgbClr val="FBAE40"/>
          </p15:clr>
        </p15:guide>
        <p15:guide id="6" pos="2928">
          <p15:clr>
            <a:srgbClr val="FBAE40"/>
          </p15:clr>
        </p15:guide>
        <p15:guide id="7" pos="3024">
          <p15:clr>
            <a:srgbClr val="FBAE40"/>
          </p15:clr>
        </p15:guide>
        <p15:guide id="8" pos="96">
          <p15:clr>
            <a:srgbClr val="FBAE40"/>
          </p15:clr>
        </p15:guide>
        <p15:guide id="9" pos="192">
          <p15:clr>
            <a:srgbClr val="FBAE40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New Section Slide">
    <p:bg>
      <p:bgPr>
        <a:gradFill>
          <a:gsLst>
            <a:gs pos="0">
              <a:srgbClr val="F9788B"/>
            </a:gs>
            <a:gs pos="50000">
              <a:srgbClr val="C20CA9"/>
            </a:gs>
            <a:gs pos="100000">
              <a:srgbClr val="2D0068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81;p19" descr="A colorful logo with black background&#10;&#10;AI-generated content may be incorrect.">
            <a:extLst>
              <a:ext uri="{FF2B5EF4-FFF2-40B4-BE49-F238E27FC236}">
                <a16:creationId xmlns:a16="http://schemas.microsoft.com/office/drawing/2014/main" id="{410AA93B-CCC3-BC1F-0F79-D287214039BC}"/>
              </a:ext>
            </a:extLst>
          </p:cNvPr>
          <p:cNvPicPr preferRelativeResize="0"/>
          <p:nvPr userDrawn="1"/>
        </p:nvPicPr>
        <p:blipFill rotWithShape="1">
          <a:blip r:embed="rId2">
            <a:alphaModFix amt="29000"/>
          </a:blip>
          <a:srcRect l="25827" t="5879" r="14538" b="33444"/>
          <a:stretch/>
        </p:blipFill>
        <p:spPr>
          <a:xfrm>
            <a:off x="2" y="2"/>
            <a:ext cx="8425833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4078B6F-1BC2-56EC-7966-F66EEF048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493" y="1100668"/>
            <a:ext cx="11430995" cy="389075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Google Shape;177;p22">
            <a:extLst>
              <a:ext uri="{FF2B5EF4-FFF2-40B4-BE49-F238E27FC236}">
                <a16:creationId xmlns:a16="http://schemas.microsoft.com/office/drawing/2014/main" id="{026BA60A-8471-BBFA-5641-726CD0B0744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951088" y="6463067"/>
            <a:ext cx="762400" cy="31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fld id="{00000000-1234-1234-1234-123412341234}" type="slidenum">
              <a:rPr lang="en" sz="933" smtClean="0">
                <a:solidFill>
                  <a:schemeClr val="lt1"/>
                </a:solidFill>
              </a:rPr>
              <a:pPr/>
              <a:t>‹#›</a:t>
            </a:fld>
            <a:endParaRPr lang="en" sz="933">
              <a:solidFill>
                <a:schemeClr val="lt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8ECD58-051E-0945-0179-DC6C41EAFD3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34951" y="347133"/>
            <a:ext cx="1195916" cy="406400"/>
          </a:xfrm>
          <a:prstGeom prst="roundRect">
            <a:avLst>
              <a:gd name="adj" fmla="val 23189"/>
            </a:avLst>
          </a:prstGeom>
          <a:noFill/>
          <a:ln>
            <a:solidFill>
              <a:srgbClr val="7300BF"/>
            </a:solidFill>
          </a:ln>
        </p:spPr>
        <p:txBody>
          <a:bodyPr anchor="ctr">
            <a:noAutofit/>
          </a:bodyPr>
          <a:lstStyle>
            <a:lvl1pPr algn="ctr">
              <a:defRPr sz="1067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A434AFC-8803-F114-774A-802BE06C30B7}"/>
              </a:ext>
            </a:extLst>
          </p:cNvPr>
          <p:cNvSpPr>
            <a:spLocks noGrp="1" noChangeAspect="1"/>
          </p:cNvSpPr>
          <p:nvPr>
            <p:ph idx="1"/>
          </p:nvPr>
        </p:nvSpPr>
        <p:spPr>
          <a:xfrm>
            <a:off x="402872" y="1836875"/>
            <a:ext cx="11338560" cy="4487725"/>
          </a:xfrm>
          <a:prstGeom prst="rect">
            <a:avLst/>
          </a:prstGeom>
        </p:spPr>
        <p:txBody>
          <a:bodyPr/>
          <a:lstStyle>
            <a:lvl1pPr marL="3048" indent="0">
              <a:lnSpc>
                <a:spcPct val="110000"/>
              </a:lnSpc>
              <a:spcBef>
                <a:spcPts val="533"/>
              </a:spcBef>
              <a:buClr>
                <a:schemeClr val="bg2"/>
              </a:buClr>
              <a:buFont typeface="Poppins" panose="00000500000000000000" pitchFamily="2" charset="0"/>
              <a:buNone/>
              <a:defRPr sz="1333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309019" indent="-228589">
              <a:lnSpc>
                <a:spcPct val="110000"/>
              </a:lnSpc>
              <a:spcBef>
                <a:spcPts val="533"/>
              </a:spcBef>
              <a:buClr>
                <a:schemeClr val="tx2"/>
              </a:buClr>
              <a:buFont typeface="Poppins" panose="00000500000000000000" pitchFamily="2" charset="0"/>
              <a:buChar char="&gt;"/>
              <a:defRPr sz="1333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29140" indent="-228589">
              <a:lnSpc>
                <a:spcPct val="110000"/>
              </a:lnSpc>
              <a:spcBef>
                <a:spcPts val="533"/>
              </a:spcBef>
              <a:buClr>
                <a:schemeClr val="tx2"/>
              </a:buClr>
              <a:buFont typeface="Poppins" panose="00000500000000000000" pitchFamily="2" charset="0"/>
              <a:buChar char="&gt;"/>
              <a:tabLst>
                <a:tab pos="529140" algn="l"/>
              </a:tabLst>
              <a:defRPr sz="12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759846" indent="-228589">
              <a:lnSpc>
                <a:spcPct val="110000"/>
              </a:lnSpc>
              <a:spcBef>
                <a:spcPts val="533"/>
              </a:spcBef>
              <a:buClr>
                <a:schemeClr val="tx2"/>
              </a:buClr>
              <a:buFont typeface="Poppins" panose="00000500000000000000" pitchFamily="2" charset="0"/>
              <a:buChar char="&gt;"/>
              <a:defRPr sz="1067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988434" indent="-228589">
              <a:lnSpc>
                <a:spcPct val="110000"/>
              </a:lnSpc>
              <a:spcBef>
                <a:spcPts val="533"/>
              </a:spcBef>
              <a:buClr>
                <a:schemeClr val="tx2"/>
              </a:buClr>
              <a:buFont typeface="Poppins" panose="00000500000000000000" pitchFamily="2" charset="0"/>
              <a:buChar char="&gt;"/>
              <a:defRPr sz="933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710063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988">
          <p15:clr>
            <a:srgbClr val="FBAE40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Quiver - White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04ADBB-2942-9EB6-C21C-34BAEB2A73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595" y="1377240"/>
            <a:ext cx="11173096" cy="4631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F5AC641-6439-1EAF-CA7C-1EEB46DA0C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0595" y="314797"/>
            <a:ext cx="11173096" cy="712815"/>
          </a:xfrm>
        </p:spPr>
        <p:txBody>
          <a:bodyPr anchor="b">
            <a:normAutofit/>
          </a:bodyPr>
          <a:lstStyle>
            <a:lvl1pPr algn="l">
              <a:defRPr sz="32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Google Shape;59;p15">
            <a:extLst>
              <a:ext uri="{FF2B5EF4-FFF2-40B4-BE49-F238E27FC236}">
                <a16:creationId xmlns:a16="http://schemas.microsoft.com/office/drawing/2014/main" id="{B12A05AB-5479-5304-DC46-B01FEFE8D72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951088" y="6463067"/>
            <a:ext cx="762400" cy="31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4" name="Google Shape;60;p15" descr="A colorful logo with black background&#10;&#10;AI-generated content may be incorrect.">
            <a:extLst>
              <a:ext uri="{FF2B5EF4-FFF2-40B4-BE49-F238E27FC236}">
                <a16:creationId xmlns:a16="http://schemas.microsoft.com/office/drawing/2014/main" id="{40FCDEDB-F42C-11C2-B68A-3004E513EFCE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1751325" y="6540349"/>
            <a:ext cx="194776" cy="1558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60160276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 userDrawn="1">
  <p:cSld name="1_Custom Layout 1">
    <p:bg>
      <p:bgPr>
        <a:solidFill>
          <a:schemeClr val="bg1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>
            <a:spLocks noGrp="1"/>
          </p:cNvSpPr>
          <p:nvPr>
            <p:ph type="title"/>
          </p:nvPr>
        </p:nvSpPr>
        <p:spPr>
          <a:xfrm>
            <a:off x="1444284" y="337316"/>
            <a:ext cx="6498187" cy="426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45700" rIns="91425" bIns="45700" anchor="ctr" anchorCtr="0">
            <a:noAutofit/>
          </a:bodyPr>
          <a:lstStyle>
            <a:lvl1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tx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9" name="Google Shape;59;p15"/>
          <p:cNvSpPr txBox="1">
            <a:spLocks noGrp="1"/>
          </p:cNvSpPr>
          <p:nvPr>
            <p:ph type="sldNum" idx="12"/>
          </p:nvPr>
        </p:nvSpPr>
        <p:spPr>
          <a:xfrm>
            <a:off x="10951088" y="6463067"/>
            <a:ext cx="762400" cy="31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60" name="Google Shape;60;p15" descr="A colorful logo with black background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751325" y="6540349"/>
            <a:ext cx="194776" cy="155851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5"/>
          <p:cNvSpPr txBox="1">
            <a:spLocks noChangeAspect="1"/>
          </p:cNvSpPr>
          <p:nvPr/>
        </p:nvSpPr>
        <p:spPr>
          <a:xfrm>
            <a:off x="133634" y="6463067"/>
            <a:ext cx="2937711" cy="3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C0B47534-CEEA-B0A2-1F01-6874548A6EC5}"/>
              </a:ext>
            </a:extLst>
          </p:cNvPr>
          <p:cNvSpPr>
            <a:spLocks noGrp="1" noChangeAspect="1"/>
          </p:cNvSpPr>
          <p:nvPr>
            <p:ph type="body" idx="14"/>
          </p:nvPr>
        </p:nvSpPr>
        <p:spPr>
          <a:xfrm>
            <a:off x="282715" y="990600"/>
            <a:ext cx="11430775" cy="28882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333">
                <a:solidFill>
                  <a:schemeClr val="tx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178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7588B-69E1-FBC3-B0E1-F376867B240D}"/>
              </a:ext>
            </a:extLst>
          </p:cNvPr>
          <p:cNvSpPr txBox="1">
            <a:spLocks/>
          </p:cNvSpPr>
          <p:nvPr userDrawn="1"/>
        </p:nvSpPr>
        <p:spPr>
          <a:xfrm>
            <a:off x="234951" y="347002"/>
            <a:ext cx="1209333" cy="40719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400" kern="1200">
                <a:solidFill>
                  <a:schemeClr val="bg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067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3D3F85A6-4EA7-2673-E0C3-3779EFDEE6F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34951" y="347133"/>
            <a:ext cx="1195916" cy="406400"/>
          </a:xfrm>
          <a:prstGeom prst="roundRect">
            <a:avLst>
              <a:gd name="adj" fmla="val 14493"/>
            </a:avLst>
          </a:prstGeom>
          <a:noFill/>
          <a:ln>
            <a:solidFill>
              <a:srgbClr val="7300BF"/>
            </a:solidFill>
          </a:ln>
        </p:spPr>
        <p:txBody>
          <a:bodyPr anchor="ctr">
            <a:noAutofit/>
          </a:bodyPr>
          <a:lstStyle>
            <a:lvl1pPr algn="ctr">
              <a:defRPr sz="1067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675F6A8-F7E1-6453-0503-FD7B84F0BDDD}"/>
              </a:ext>
            </a:extLst>
          </p:cNvPr>
          <p:cNvSpPr>
            <a:spLocks noGrp="1" noChangeAspect="1"/>
          </p:cNvSpPr>
          <p:nvPr>
            <p:ph idx="1"/>
          </p:nvPr>
        </p:nvSpPr>
        <p:spPr>
          <a:xfrm>
            <a:off x="402872" y="1397002"/>
            <a:ext cx="11338560" cy="4854004"/>
          </a:xfrm>
          <a:prstGeom prst="rect">
            <a:avLst/>
          </a:prstGeom>
        </p:spPr>
        <p:txBody>
          <a:bodyPr/>
          <a:lstStyle>
            <a:lvl1pPr marL="3048" indent="0">
              <a:lnSpc>
                <a:spcPct val="110000"/>
              </a:lnSpc>
              <a:spcBef>
                <a:spcPts val="533"/>
              </a:spcBef>
              <a:buClr>
                <a:schemeClr val="bg2"/>
              </a:buClr>
              <a:buFont typeface="Poppins" panose="00000500000000000000" pitchFamily="2" charset="0"/>
              <a:buNone/>
              <a:defRPr sz="1333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309019" indent="-228589">
              <a:lnSpc>
                <a:spcPct val="110000"/>
              </a:lnSpc>
              <a:spcBef>
                <a:spcPts val="533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1333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29140" indent="-228589">
              <a:lnSpc>
                <a:spcPct val="110000"/>
              </a:lnSpc>
              <a:spcBef>
                <a:spcPts val="533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tabLst>
                <a:tab pos="529140" algn="l"/>
              </a:tabLst>
              <a:defRPr sz="12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759846" indent="-228589">
              <a:lnSpc>
                <a:spcPct val="110000"/>
              </a:lnSpc>
              <a:spcBef>
                <a:spcPts val="533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1067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988434" indent="-228589">
              <a:lnSpc>
                <a:spcPct val="110000"/>
              </a:lnSpc>
              <a:spcBef>
                <a:spcPts val="533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933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737845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644">
          <p15:clr>
            <a:srgbClr val="E46962"/>
          </p15:clr>
        </p15:guide>
        <p15:guide id="3" orient="horz" pos="468">
          <p15:clr>
            <a:srgbClr val="E46962"/>
          </p15:clr>
        </p15:guide>
        <p15:guide id="4" orient="horz" pos="2988">
          <p15:clr>
            <a:srgbClr val="FBAE40"/>
          </p15:clr>
        </p15:guide>
        <p15:guide id="6" pos="2928">
          <p15:clr>
            <a:srgbClr val="FBAE40"/>
          </p15:clr>
        </p15:guide>
        <p15:guide id="7" pos="3024">
          <p15:clr>
            <a:srgbClr val="FBAE40"/>
          </p15:clr>
        </p15:guide>
        <p15:guide id="8" pos="96">
          <p15:clr>
            <a:srgbClr val="FBAE40"/>
          </p15:clr>
        </p15:guide>
        <p15:guide id="9" pos="192">
          <p15:clr>
            <a:srgbClr val="FBAE40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 userDrawn="1">
  <p:cSld name="1_Custom Layout 1">
    <p:bg>
      <p:bgPr>
        <a:solidFill>
          <a:srgbClr val="FCF8FF">
            <a:alpha val="80000"/>
          </a:srgbClr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>
            <a:spLocks noGrp="1"/>
          </p:cNvSpPr>
          <p:nvPr>
            <p:ph type="title"/>
          </p:nvPr>
        </p:nvSpPr>
        <p:spPr>
          <a:xfrm>
            <a:off x="1444283" y="338260"/>
            <a:ext cx="6533948" cy="426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45700" rIns="91425" bIns="45700" anchor="ctr" anchorCtr="0">
            <a:noAutofit/>
          </a:bodyPr>
          <a:lstStyle>
            <a:lvl1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tx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9" name="Google Shape;59;p15"/>
          <p:cNvSpPr txBox="1">
            <a:spLocks noGrp="1"/>
          </p:cNvSpPr>
          <p:nvPr>
            <p:ph type="sldNum" idx="12"/>
          </p:nvPr>
        </p:nvSpPr>
        <p:spPr>
          <a:xfrm>
            <a:off x="10951088" y="6463067"/>
            <a:ext cx="762400" cy="31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60" name="Google Shape;60;p15" descr="A colorful logo with black background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751325" y="6540349"/>
            <a:ext cx="194776" cy="155851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5"/>
          <p:cNvSpPr txBox="1">
            <a:spLocks noChangeAspect="1"/>
          </p:cNvSpPr>
          <p:nvPr/>
        </p:nvSpPr>
        <p:spPr>
          <a:xfrm>
            <a:off x="133633" y="6463067"/>
            <a:ext cx="950283" cy="3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53611D5-BFCD-8FD3-3C18-8578FAB839C4}"/>
              </a:ext>
            </a:extLst>
          </p:cNvPr>
          <p:cNvSpPr/>
          <p:nvPr userDrawn="1"/>
        </p:nvSpPr>
        <p:spPr>
          <a:xfrm>
            <a:off x="234953" y="992984"/>
            <a:ext cx="3788409" cy="5334000"/>
          </a:xfrm>
          <a:prstGeom prst="roundRect">
            <a:avLst>
              <a:gd name="adj" fmla="val 3454"/>
            </a:avLst>
          </a:prstGeom>
          <a:solidFill>
            <a:srgbClr val="0A0B2B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B9F4885-4A43-C970-99CB-A59B4D2DD4A5}"/>
              </a:ext>
            </a:extLst>
          </p:cNvPr>
          <p:cNvSpPr/>
          <p:nvPr userDrawn="1"/>
        </p:nvSpPr>
        <p:spPr>
          <a:xfrm>
            <a:off x="4189824" y="990600"/>
            <a:ext cx="3788409" cy="5334000"/>
          </a:xfrm>
          <a:prstGeom prst="roundRect">
            <a:avLst>
              <a:gd name="adj" fmla="val 3454"/>
            </a:avLst>
          </a:prstGeom>
          <a:solidFill>
            <a:srgbClr val="0A0B2B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9798938-1513-B04E-108F-B9E226BBBDB7}"/>
              </a:ext>
            </a:extLst>
          </p:cNvPr>
          <p:cNvSpPr/>
          <p:nvPr userDrawn="1"/>
        </p:nvSpPr>
        <p:spPr>
          <a:xfrm>
            <a:off x="8157694" y="990600"/>
            <a:ext cx="3788409" cy="5334000"/>
          </a:xfrm>
          <a:prstGeom prst="roundRect">
            <a:avLst>
              <a:gd name="adj" fmla="val 3454"/>
            </a:avLst>
          </a:prstGeom>
          <a:solidFill>
            <a:srgbClr val="0A0B2B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F003C1F-5228-B17F-75F4-29D85656CEB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34951" y="347133"/>
            <a:ext cx="1195916" cy="406400"/>
          </a:xfrm>
          <a:prstGeom prst="roundRect">
            <a:avLst>
              <a:gd name="adj" fmla="val 23189"/>
            </a:avLst>
          </a:prstGeom>
          <a:noFill/>
          <a:ln>
            <a:solidFill>
              <a:srgbClr val="7300BF"/>
            </a:solidFill>
          </a:ln>
        </p:spPr>
        <p:txBody>
          <a:bodyPr anchor="ctr">
            <a:noAutofit/>
          </a:bodyPr>
          <a:lstStyle>
            <a:lvl1pPr algn="ctr">
              <a:defRPr sz="1067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F4EC602-6FA7-D89B-712C-9C762F086099}"/>
              </a:ext>
            </a:extLst>
          </p:cNvPr>
          <p:cNvSpPr>
            <a:spLocks noGrp="1" noChangeAspect="1"/>
          </p:cNvSpPr>
          <p:nvPr>
            <p:ph idx="21"/>
          </p:nvPr>
        </p:nvSpPr>
        <p:spPr>
          <a:xfrm>
            <a:off x="4404726" y="1187530"/>
            <a:ext cx="3403980" cy="5081876"/>
          </a:xfrm>
          <a:prstGeom prst="rect">
            <a:avLst/>
          </a:prstGeom>
        </p:spPr>
        <p:txBody>
          <a:bodyPr/>
          <a:lstStyle>
            <a:lvl1pPr marL="3048" indent="0">
              <a:lnSpc>
                <a:spcPct val="110000"/>
              </a:lnSpc>
              <a:spcBef>
                <a:spcPts val="533"/>
              </a:spcBef>
              <a:buClr>
                <a:schemeClr val="bg2"/>
              </a:buClr>
              <a:buFont typeface="Poppins" panose="00000500000000000000" pitchFamily="2" charset="0"/>
              <a:buNone/>
              <a:defRPr sz="1333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309019" indent="-230706">
              <a:lnSpc>
                <a:spcPct val="110000"/>
              </a:lnSpc>
              <a:spcBef>
                <a:spcPts val="533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12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29140" indent="-228589">
              <a:lnSpc>
                <a:spcPct val="110000"/>
              </a:lnSpc>
              <a:spcBef>
                <a:spcPts val="533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1067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759846" indent="-230706">
              <a:lnSpc>
                <a:spcPct val="110000"/>
              </a:lnSpc>
              <a:spcBef>
                <a:spcPts val="533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933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988434" indent="-228589">
              <a:lnSpc>
                <a:spcPct val="110000"/>
              </a:lnSpc>
              <a:spcBef>
                <a:spcPts val="533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55B7F43-1189-E7F2-DBFC-A5103DC33F4F}"/>
              </a:ext>
            </a:extLst>
          </p:cNvPr>
          <p:cNvSpPr>
            <a:spLocks noGrp="1" noChangeAspect="1"/>
          </p:cNvSpPr>
          <p:nvPr>
            <p:ph idx="1"/>
          </p:nvPr>
        </p:nvSpPr>
        <p:spPr>
          <a:xfrm>
            <a:off x="424606" y="1187530"/>
            <a:ext cx="3403980" cy="5081876"/>
          </a:xfrm>
          <a:prstGeom prst="rect">
            <a:avLst/>
          </a:prstGeom>
        </p:spPr>
        <p:txBody>
          <a:bodyPr/>
          <a:lstStyle>
            <a:lvl1pPr marL="3048" indent="0">
              <a:lnSpc>
                <a:spcPct val="110000"/>
              </a:lnSpc>
              <a:spcBef>
                <a:spcPts val="533"/>
              </a:spcBef>
              <a:buClr>
                <a:schemeClr val="bg2"/>
              </a:buClr>
              <a:buFont typeface="Poppins" panose="00000500000000000000" pitchFamily="2" charset="0"/>
              <a:buNone/>
              <a:defRPr sz="1333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309019" indent="-230706">
              <a:lnSpc>
                <a:spcPct val="110000"/>
              </a:lnSpc>
              <a:spcBef>
                <a:spcPts val="533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12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29140" indent="-228589">
              <a:lnSpc>
                <a:spcPct val="110000"/>
              </a:lnSpc>
              <a:spcBef>
                <a:spcPts val="533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1067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759846" indent="-230706">
              <a:lnSpc>
                <a:spcPct val="110000"/>
              </a:lnSpc>
              <a:spcBef>
                <a:spcPts val="533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933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988434" indent="-228589">
              <a:lnSpc>
                <a:spcPct val="110000"/>
              </a:lnSpc>
              <a:spcBef>
                <a:spcPts val="533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8DFCFF9E-6953-13D1-910E-AC97DE3D04BE}"/>
              </a:ext>
            </a:extLst>
          </p:cNvPr>
          <p:cNvSpPr>
            <a:spLocks noGrp="1" noChangeAspect="1"/>
          </p:cNvSpPr>
          <p:nvPr>
            <p:ph idx="22"/>
          </p:nvPr>
        </p:nvSpPr>
        <p:spPr>
          <a:xfrm>
            <a:off x="8372595" y="1190286"/>
            <a:ext cx="3403980" cy="5081876"/>
          </a:xfrm>
          <a:prstGeom prst="rect">
            <a:avLst/>
          </a:prstGeom>
        </p:spPr>
        <p:txBody>
          <a:bodyPr/>
          <a:lstStyle>
            <a:lvl1pPr marL="3048" indent="0">
              <a:lnSpc>
                <a:spcPct val="110000"/>
              </a:lnSpc>
              <a:spcBef>
                <a:spcPts val="533"/>
              </a:spcBef>
              <a:buClr>
                <a:schemeClr val="bg2"/>
              </a:buClr>
              <a:buFont typeface="Poppins" panose="00000500000000000000" pitchFamily="2" charset="0"/>
              <a:buNone/>
              <a:defRPr sz="1333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309019" indent="-230706">
              <a:lnSpc>
                <a:spcPct val="110000"/>
              </a:lnSpc>
              <a:spcBef>
                <a:spcPts val="533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12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29140" indent="-228589">
              <a:lnSpc>
                <a:spcPct val="110000"/>
              </a:lnSpc>
              <a:spcBef>
                <a:spcPts val="533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defRPr sz="1067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759846" indent="-230706">
              <a:lnSpc>
                <a:spcPct val="110000"/>
              </a:lnSpc>
              <a:spcBef>
                <a:spcPts val="533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933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988434" indent="-228589">
              <a:lnSpc>
                <a:spcPct val="110000"/>
              </a:lnSpc>
              <a:spcBef>
                <a:spcPts val="533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8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720678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644">
          <p15:clr>
            <a:srgbClr val="E46962"/>
          </p15:clr>
        </p15:guide>
        <p15:guide id="3" orient="horz" pos="468">
          <p15:clr>
            <a:srgbClr val="E46962"/>
          </p15:clr>
        </p15:guide>
        <p15:guide id="4" orient="horz" pos="2988">
          <p15:clr>
            <a:srgbClr val="FBAE40"/>
          </p15:clr>
        </p15:guide>
        <p15:guide id="6" pos="2928">
          <p15:clr>
            <a:srgbClr val="FBAE40"/>
          </p15:clr>
        </p15:guide>
        <p15:guide id="7" pos="3024">
          <p15:clr>
            <a:srgbClr val="FBAE40"/>
          </p15:clr>
        </p15:guide>
        <p15:guide id="8" pos="96">
          <p15:clr>
            <a:srgbClr val="FBAE40"/>
          </p15:clr>
        </p15:guide>
        <p15:guide id="9" pos="192">
          <p15:clr>
            <a:srgbClr val="FBAE40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2">
  <p:cSld name="1_Custom Layout 2">
    <p:bg>
      <p:bgPr>
        <a:solidFill>
          <a:schemeClr val="dk1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 txBox="1">
            <a:spLocks noGrp="1"/>
          </p:cNvSpPr>
          <p:nvPr>
            <p:ph type="title"/>
          </p:nvPr>
        </p:nvSpPr>
        <p:spPr>
          <a:xfrm>
            <a:off x="2224932" y="172312"/>
            <a:ext cx="97212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45700" rIns="91425" bIns="45700" anchor="ctr" anchorCtr="0">
            <a:noAutofit/>
          </a:bodyPr>
          <a:lstStyle>
            <a:lvl1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oppins Medium"/>
              <a:buNone/>
              <a:defRPr sz="16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oppins Medium"/>
              <a:buNone/>
              <a:defRPr sz="16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oppins Medium"/>
              <a:buNone/>
              <a:defRPr sz="16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oppins Medium"/>
              <a:buNone/>
              <a:defRPr sz="16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oppins Medium"/>
              <a:buNone/>
              <a:defRPr sz="16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oppins Medium"/>
              <a:buNone/>
              <a:defRPr sz="16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oppins Medium"/>
              <a:buNone/>
              <a:defRPr sz="16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oppins Medium"/>
              <a:buNone/>
              <a:defRPr sz="16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10951088" y="6463067"/>
            <a:ext cx="762400" cy="31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65" name="Google Shape;65;p16" descr="A colorful logo with black background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751325" y="6540349"/>
            <a:ext cx="194776" cy="155851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6"/>
          <p:cNvSpPr txBox="1"/>
          <p:nvPr/>
        </p:nvSpPr>
        <p:spPr>
          <a:xfrm>
            <a:off x="133633" y="6463067"/>
            <a:ext cx="1439600" cy="3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33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Confidential</a:t>
            </a:r>
            <a:endParaRPr sz="933">
              <a:solidFill>
                <a:schemeClr val="tx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6300406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11">
          <p15:clr>
            <a:srgbClr val="E46962"/>
          </p15:clr>
        </p15:guide>
        <p15:guide id="2" pos="5644">
          <p15:clr>
            <a:srgbClr val="E46962"/>
          </p15:clr>
        </p15:guide>
        <p15:guide id="3" orient="horz" pos="3008">
          <p15:clr>
            <a:srgbClr val="E46962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>
  <p:cSld name="1_Custom Layout 1">
    <p:bg>
      <p:bgPr>
        <a:solidFill>
          <a:srgbClr val="FCF8FF">
            <a:alpha val="80000"/>
          </a:srgbClr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>
            <a:spLocks noGrp="1"/>
          </p:cNvSpPr>
          <p:nvPr>
            <p:ph type="title"/>
          </p:nvPr>
        </p:nvSpPr>
        <p:spPr>
          <a:xfrm>
            <a:off x="2224932" y="172312"/>
            <a:ext cx="97212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45700" rIns="91425" bIns="45700" anchor="ctr" anchorCtr="0">
            <a:noAutofit/>
          </a:bodyPr>
          <a:lstStyle>
            <a:lvl1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/>
          </a:p>
        </p:txBody>
      </p:sp>
      <p:sp>
        <p:nvSpPr>
          <p:cNvPr id="59" name="Google Shape;59;p15"/>
          <p:cNvSpPr txBox="1">
            <a:spLocks noGrp="1"/>
          </p:cNvSpPr>
          <p:nvPr>
            <p:ph type="sldNum" idx="12"/>
          </p:nvPr>
        </p:nvSpPr>
        <p:spPr>
          <a:xfrm>
            <a:off x="10951088" y="6463067"/>
            <a:ext cx="762400" cy="31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60" name="Google Shape;60;p15" descr="A colorful logo with black background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751325" y="6540349"/>
            <a:ext cx="194776" cy="155851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5"/>
          <p:cNvSpPr txBox="1"/>
          <p:nvPr/>
        </p:nvSpPr>
        <p:spPr>
          <a:xfrm>
            <a:off x="133633" y="6463067"/>
            <a:ext cx="1439600" cy="3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7185339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11">
          <p15:clr>
            <a:srgbClr val="E46962"/>
          </p15:clr>
        </p15:guide>
        <p15:guide id="2" pos="5644">
          <p15:clr>
            <a:srgbClr val="E46962"/>
          </p15:clr>
        </p15:guide>
        <p15:guide id="3" orient="horz" pos="3008">
          <p15:clr>
            <a:srgbClr val="E46962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 userDrawn="1">
  <p:cSld name="1_Custom Layout 1">
    <p:bg>
      <p:bgPr>
        <a:solidFill>
          <a:schemeClr val="bg1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>
            <a:spLocks noGrp="1"/>
          </p:cNvSpPr>
          <p:nvPr>
            <p:ph type="title"/>
          </p:nvPr>
        </p:nvSpPr>
        <p:spPr>
          <a:xfrm>
            <a:off x="1444284" y="337316"/>
            <a:ext cx="6498187" cy="426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45700" rIns="91425" bIns="45700" anchor="ctr" anchorCtr="0">
            <a:noAutofit/>
          </a:bodyPr>
          <a:lstStyle>
            <a:lvl1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tx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9" name="Google Shape;59;p15"/>
          <p:cNvSpPr txBox="1">
            <a:spLocks noGrp="1"/>
          </p:cNvSpPr>
          <p:nvPr>
            <p:ph type="sldNum" idx="12"/>
          </p:nvPr>
        </p:nvSpPr>
        <p:spPr>
          <a:xfrm>
            <a:off x="10951088" y="6463067"/>
            <a:ext cx="762400" cy="31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60" name="Google Shape;60;p15" descr="A colorful logo with black background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751325" y="6540349"/>
            <a:ext cx="194776" cy="155851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5"/>
          <p:cNvSpPr txBox="1">
            <a:spLocks noChangeAspect="1"/>
          </p:cNvSpPr>
          <p:nvPr/>
        </p:nvSpPr>
        <p:spPr>
          <a:xfrm>
            <a:off x="133634" y="6463067"/>
            <a:ext cx="2937711" cy="3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C0B47534-CEEA-B0A2-1F01-6874548A6EC5}"/>
              </a:ext>
            </a:extLst>
          </p:cNvPr>
          <p:cNvSpPr>
            <a:spLocks noGrp="1" noChangeAspect="1"/>
          </p:cNvSpPr>
          <p:nvPr>
            <p:ph type="body" idx="14"/>
          </p:nvPr>
        </p:nvSpPr>
        <p:spPr>
          <a:xfrm>
            <a:off x="282715" y="990600"/>
            <a:ext cx="11430775" cy="28882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333">
                <a:solidFill>
                  <a:schemeClr val="tx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178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7588B-69E1-FBC3-B0E1-F376867B240D}"/>
              </a:ext>
            </a:extLst>
          </p:cNvPr>
          <p:cNvSpPr txBox="1">
            <a:spLocks/>
          </p:cNvSpPr>
          <p:nvPr userDrawn="1"/>
        </p:nvSpPr>
        <p:spPr>
          <a:xfrm>
            <a:off x="234951" y="347002"/>
            <a:ext cx="1209333" cy="40719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400" kern="1200">
                <a:solidFill>
                  <a:schemeClr val="bg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067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3D3F85A6-4EA7-2673-E0C3-3779EFDEE6F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34951" y="347133"/>
            <a:ext cx="1195916" cy="406400"/>
          </a:xfrm>
          <a:prstGeom prst="roundRect">
            <a:avLst>
              <a:gd name="adj" fmla="val 14493"/>
            </a:avLst>
          </a:prstGeom>
          <a:noFill/>
          <a:ln>
            <a:solidFill>
              <a:srgbClr val="7300BF"/>
            </a:solidFill>
          </a:ln>
        </p:spPr>
        <p:txBody>
          <a:bodyPr anchor="ctr">
            <a:noAutofit/>
          </a:bodyPr>
          <a:lstStyle>
            <a:lvl1pPr algn="ctr">
              <a:defRPr sz="1067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675F6A8-F7E1-6453-0503-FD7B84F0BDDD}"/>
              </a:ext>
            </a:extLst>
          </p:cNvPr>
          <p:cNvSpPr>
            <a:spLocks noGrp="1" noChangeAspect="1"/>
          </p:cNvSpPr>
          <p:nvPr>
            <p:ph idx="1"/>
          </p:nvPr>
        </p:nvSpPr>
        <p:spPr>
          <a:xfrm>
            <a:off x="402872" y="1397002"/>
            <a:ext cx="11338560" cy="4854004"/>
          </a:xfrm>
          <a:prstGeom prst="rect">
            <a:avLst/>
          </a:prstGeom>
        </p:spPr>
        <p:txBody>
          <a:bodyPr/>
          <a:lstStyle>
            <a:lvl1pPr marL="3048" indent="0">
              <a:lnSpc>
                <a:spcPct val="110000"/>
              </a:lnSpc>
              <a:spcBef>
                <a:spcPts val="533"/>
              </a:spcBef>
              <a:buClr>
                <a:schemeClr val="bg2"/>
              </a:buClr>
              <a:buFont typeface="Poppins" panose="00000500000000000000" pitchFamily="2" charset="0"/>
              <a:buNone/>
              <a:defRPr sz="1333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309019" indent="-228589">
              <a:lnSpc>
                <a:spcPct val="110000"/>
              </a:lnSpc>
              <a:spcBef>
                <a:spcPts val="533"/>
              </a:spcBef>
              <a:buClr>
                <a:schemeClr val="accent2"/>
              </a:buClr>
              <a:buFont typeface="Poppins" panose="00000500000000000000" pitchFamily="2" charset="0"/>
              <a:buChar char="&gt;"/>
              <a:defRPr sz="1333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529140" indent="-228589">
              <a:lnSpc>
                <a:spcPct val="110000"/>
              </a:lnSpc>
              <a:spcBef>
                <a:spcPts val="533"/>
              </a:spcBef>
              <a:buClr>
                <a:schemeClr val="accent3"/>
              </a:buClr>
              <a:buFont typeface="Poppins" panose="00000500000000000000" pitchFamily="2" charset="0"/>
              <a:buChar char="&gt;"/>
              <a:tabLst>
                <a:tab pos="529140" algn="l"/>
              </a:tabLst>
              <a:defRPr sz="120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759846" indent="-228589">
              <a:lnSpc>
                <a:spcPct val="110000"/>
              </a:lnSpc>
              <a:spcBef>
                <a:spcPts val="533"/>
              </a:spcBef>
              <a:buClr>
                <a:schemeClr val="accent6"/>
              </a:buClr>
              <a:buFont typeface="Poppins" panose="00000500000000000000" pitchFamily="2" charset="0"/>
              <a:buChar char="&gt;"/>
              <a:defRPr sz="1067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 marL="988434" indent="-228589">
              <a:lnSpc>
                <a:spcPct val="110000"/>
              </a:lnSpc>
              <a:spcBef>
                <a:spcPts val="533"/>
              </a:spcBef>
              <a:buClr>
                <a:schemeClr val="accent5"/>
              </a:buClr>
              <a:buFont typeface="Poppins" panose="00000500000000000000" pitchFamily="2" charset="0"/>
              <a:buChar char="&gt;"/>
              <a:defRPr sz="933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Google Shape;61;p15">
            <a:extLst>
              <a:ext uri="{FF2B5EF4-FFF2-40B4-BE49-F238E27FC236}">
                <a16:creationId xmlns:a16="http://schemas.microsoft.com/office/drawing/2014/main" id="{D91BDDC8-491D-D545-729B-59991F1C17BF}"/>
              </a:ext>
            </a:extLst>
          </p:cNvPr>
          <p:cNvSpPr txBox="1">
            <a:spLocks noChangeAspect="1"/>
          </p:cNvSpPr>
          <p:nvPr userDrawn="1"/>
        </p:nvSpPr>
        <p:spPr>
          <a:xfrm>
            <a:off x="930" y="6386357"/>
            <a:ext cx="4371164" cy="41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2533" tIns="162533" rIns="162533" bIns="162533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33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Proprietary and Confidential</a:t>
            </a:r>
            <a:br>
              <a:rPr lang="en-US" sz="933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933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© 2025 Quiver Bioscience Inc.  All Rights Reserved</a:t>
            </a:r>
            <a:endParaRPr sz="933">
              <a:solidFill>
                <a:schemeClr val="bg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29392006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644">
          <p15:clr>
            <a:srgbClr val="E46962"/>
          </p15:clr>
        </p15:guide>
        <p15:guide id="3" orient="horz" pos="468">
          <p15:clr>
            <a:srgbClr val="E46962"/>
          </p15:clr>
        </p15:guide>
        <p15:guide id="4" orient="horz" pos="2988">
          <p15:clr>
            <a:srgbClr val="FBAE40"/>
          </p15:clr>
        </p15:guide>
        <p15:guide id="6" pos="2928">
          <p15:clr>
            <a:srgbClr val="FBAE40"/>
          </p15:clr>
        </p15:guide>
        <p15:guide id="7" pos="3024">
          <p15:clr>
            <a:srgbClr val="FBAE40"/>
          </p15:clr>
        </p15:guide>
        <p15:guide id="8" pos="96">
          <p15:clr>
            <a:srgbClr val="FBAE40"/>
          </p15:clr>
        </p15:guide>
        <p15:guide id="9" pos="192">
          <p15:clr>
            <a:srgbClr val="FBAE40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Quiver - White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04ADBB-2942-9EB6-C21C-34BAEB2A73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595" y="1377240"/>
            <a:ext cx="11173096" cy="4631675"/>
          </a:xfrm>
        </p:spPr>
        <p:txBody>
          <a:bodyPr/>
          <a:lstStyle>
            <a:lvl1pPr>
              <a:defRPr>
                <a:latin typeface="Franklin Gothic Book" panose="020B0503020102020204" pitchFamily="34" charset="0"/>
              </a:defRPr>
            </a:lvl1pPr>
            <a:lvl2pPr>
              <a:defRPr>
                <a:latin typeface="Franklin Gothic Book" panose="020B0503020102020204" pitchFamily="34" charset="0"/>
              </a:defRPr>
            </a:lvl2pPr>
            <a:lvl3pPr>
              <a:defRPr>
                <a:latin typeface="Franklin Gothic Book" panose="020B0503020102020204" pitchFamily="34" charset="0"/>
              </a:defRPr>
            </a:lvl3pPr>
            <a:lvl4pPr>
              <a:defRPr>
                <a:latin typeface="Franklin Gothic Book" panose="020B0503020102020204" pitchFamily="34" charset="0"/>
              </a:defRPr>
            </a:lvl4pPr>
            <a:lvl5pPr>
              <a:defRPr>
                <a:latin typeface="Franklin Gothic Book" panose="020B05030201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F5AC641-6439-1EAF-CA7C-1EEB46DA0C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0595" y="314797"/>
            <a:ext cx="11173096" cy="712815"/>
          </a:xfrm>
        </p:spPr>
        <p:txBody>
          <a:bodyPr anchor="b">
            <a:normAutofit/>
          </a:bodyPr>
          <a:lstStyle>
            <a:lvl1pPr algn="l">
              <a:defRPr sz="3200">
                <a:latin typeface="Franklin Gothic Book" panose="020B0503020102020204" pitchFamily="34" charset="0"/>
                <a:cs typeface="Poppins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2" name="Google Shape;71;p17" descr="A white letter on a black background&#10;&#10;AI-generated content may be incorrect.">
            <a:extLst>
              <a:ext uri="{FF2B5EF4-FFF2-40B4-BE49-F238E27FC236}">
                <a16:creationId xmlns:a16="http://schemas.microsoft.com/office/drawing/2014/main" id="{876C2BFF-D0B8-419A-38C1-53EEEC792162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r="89183"/>
          <a:stretch/>
        </p:blipFill>
        <p:spPr>
          <a:xfrm>
            <a:off x="11751334" y="6539971"/>
            <a:ext cx="194769" cy="156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60;p15" descr="A colorful logo with black background&#10;&#10;AI-generated content may be incorrect.">
            <a:extLst>
              <a:ext uri="{FF2B5EF4-FFF2-40B4-BE49-F238E27FC236}">
                <a16:creationId xmlns:a16="http://schemas.microsoft.com/office/drawing/2014/main" id="{DCC02B78-76FF-CF95-B7F1-D635E573F72B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11751325" y="6540349"/>
            <a:ext cx="194776" cy="155851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59;p15">
            <a:extLst>
              <a:ext uri="{FF2B5EF4-FFF2-40B4-BE49-F238E27FC236}">
                <a16:creationId xmlns:a16="http://schemas.microsoft.com/office/drawing/2014/main" id="{981AD905-3D99-A46F-4F58-AECE36DE3CFA}"/>
              </a:ext>
            </a:extLst>
          </p:cNvPr>
          <p:cNvSpPr txBox="1">
            <a:spLocks noGrp="1"/>
          </p:cNvSpPr>
          <p:nvPr>
            <p:ph type="sldNum" idx="4"/>
          </p:nvPr>
        </p:nvSpPr>
        <p:spPr>
          <a:xfrm>
            <a:off x="10951088" y="6463067"/>
            <a:ext cx="762400" cy="31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defTabSz="1219170">
              <a:buClr>
                <a:srgbClr val="000000"/>
              </a:buClr>
            </a:pPr>
            <a:fld id="{00000000-1234-1234-1234-123412341234}" type="slidenum">
              <a:rPr lang="en" kern="0" smtClean="0">
                <a:solidFill>
                  <a:srgbClr val="0B0A2B"/>
                </a:solidFill>
              </a:rPr>
              <a:pPr defTabSz="1219170">
                <a:buClr>
                  <a:srgbClr val="000000"/>
                </a:buClr>
              </a:pPr>
              <a:t>‹#›</a:t>
            </a:fld>
            <a:endParaRPr lang="en" kern="0">
              <a:solidFill>
                <a:srgbClr val="0B0A2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1488629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 userDrawn="1">
  <p:cSld name="1_Custom Layout 1">
    <p:bg>
      <p:bgPr>
        <a:solidFill>
          <a:srgbClr val="FCF8FF">
            <a:alpha val="80000"/>
          </a:srgbClr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>
            <a:spLocks noGrp="1"/>
          </p:cNvSpPr>
          <p:nvPr>
            <p:ph type="title"/>
          </p:nvPr>
        </p:nvSpPr>
        <p:spPr>
          <a:xfrm>
            <a:off x="1430867" y="337315"/>
            <a:ext cx="6462304" cy="426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45700" rIns="91425" bIns="45700" anchor="ctr" anchorCtr="0">
            <a:noAutofit/>
          </a:bodyPr>
          <a:lstStyle>
            <a:lvl1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tx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None/>
              <a:defRPr sz="1600"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9" name="Google Shape;59;p15"/>
          <p:cNvSpPr txBox="1">
            <a:spLocks noGrp="1"/>
          </p:cNvSpPr>
          <p:nvPr>
            <p:ph type="sldNum" idx="12"/>
          </p:nvPr>
        </p:nvSpPr>
        <p:spPr>
          <a:xfrm>
            <a:off x="10951088" y="6463067"/>
            <a:ext cx="762400" cy="31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3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000000-1234-1234-1234-123412341234}" type="slidenum">
              <a:rPr kumimoji="0" lang="en" sz="933" b="0" i="0" u="none" strike="noStrike" kern="1200" cap="none" spc="0" normalizeH="0" baseline="0" noProof="0" smtClean="0">
                <a:ln>
                  <a:noFill/>
                </a:ln>
                <a:solidFill>
                  <a:srgbClr val="0B0A2B"/>
                </a:solidFill>
                <a:effectLst/>
                <a:uLnTx/>
                <a:uFillTx/>
                <a:latin typeface="Poppins"/>
                <a:cs typeface="Poppins"/>
                <a:sym typeface="Poppin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" sz="933" b="0" i="0" u="none" strike="noStrike" kern="1200" cap="none" spc="0" normalizeH="0" baseline="0" noProof="0">
              <a:ln>
                <a:noFill/>
              </a:ln>
              <a:solidFill>
                <a:srgbClr val="0B0A2B"/>
              </a:solidFill>
              <a:effectLst/>
              <a:uLnTx/>
              <a:uFillTx/>
              <a:latin typeface="Poppins"/>
              <a:cs typeface="Poppins"/>
              <a:sym typeface="Poppins"/>
            </a:endParaRPr>
          </a:p>
        </p:txBody>
      </p:sp>
      <p:pic>
        <p:nvPicPr>
          <p:cNvPr id="60" name="Google Shape;60;p15" descr="A colorful logo with black background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751325" y="6540349"/>
            <a:ext cx="194776" cy="155851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5"/>
          <p:cNvSpPr txBox="1">
            <a:spLocks noChangeAspect="1"/>
          </p:cNvSpPr>
          <p:nvPr/>
        </p:nvSpPr>
        <p:spPr>
          <a:xfrm>
            <a:off x="133633" y="6463067"/>
            <a:ext cx="2937711" cy="3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933" b="0" i="0" u="none" strike="noStrike" kern="1200" cap="none" spc="0" normalizeH="0" baseline="0" noProof="0">
              <a:ln>
                <a:noFill/>
              </a:ln>
              <a:solidFill>
                <a:srgbClr val="0B0A2B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48AB0B8-6DB8-6976-7B2C-B087CECC11A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4950" y="990601"/>
            <a:ext cx="11711516" cy="5334001"/>
          </a:xfrm>
          <a:prstGeom prst="roundRect">
            <a:avLst>
              <a:gd name="adj" fmla="val 4333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B091F317-F8CF-5DF6-6BE8-7D3F3D09B0E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34951" y="347133"/>
            <a:ext cx="1195916" cy="406400"/>
          </a:xfrm>
          <a:prstGeom prst="roundRect">
            <a:avLst>
              <a:gd name="adj" fmla="val 23189"/>
            </a:avLst>
          </a:prstGeom>
          <a:noFill/>
          <a:ln>
            <a:solidFill>
              <a:srgbClr val="7300BF"/>
            </a:solidFill>
          </a:ln>
        </p:spPr>
        <p:txBody>
          <a:bodyPr anchor="ctr">
            <a:noAutofit/>
          </a:bodyPr>
          <a:lstStyle>
            <a:lvl1pPr algn="ctr">
              <a:defRPr sz="1067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485884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644">
          <p15:clr>
            <a:srgbClr val="E46962"/>
          </p15:clr>
        </p15:guide>
        <p15:guide id="3" orient="horz" pos="468">
          <p15:clr>
            <a:srgbClr val="E46962"/>
          </p15:clr>
        </p15:guide>
        <p15:guide id="4" orient="horz" pos="2988">
          <p15:clr>
            <a:srgbClr val="FBAE40"/>
          </p15:clr>
        </p15:guide>
        <p15:guide id="6" pos="2928">
          <p15:clr>
            <a:srgbClr val="FBAE40"/>
          </p15:clr>
        </p15:guide>
        <p15:guide id="7" pos="3024">
          <p15:clr>
            <a:srgbClr val="FBAE40"/>
          </p15:clr>
        </p15:guide>
        <p15:guide id="8" pos="96">
          <p15:clr>
            <a:srgbClr val="FBAE40"/>
          </p15:clr>
        </p15:guide>
        <p15:guide id="9" pos="192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7.xml"/><Relationship Id="rId21" Type="http://schemas.openxmlformats.org/officeDocument/2006/relationships/slideLayout" Target="../slideLayouts/slideLayout22.xml"/><Relationship Id="rId42" Type="http://schemas.openxmlformats.org/officeDocument/2006/relationships/slideLayout" Target="../slideLayouts/slideLayout43.xml"/><Relationship Id="rId47" Type="http://schemas.openxmlformats.org/officeDocument/2006/relationships/slideLayout" Target="../slideLayouts/slideLayout48.xml"/><Relationship Id="rId63" Type="http://schemas.openxmlformats.org/officeDocument/2006/relationships/slideLayout" Target="../slideLayouts/slideLayout64.xml"/><Relationship Id="rId68" Type="http://schemas.openxmlformats.org/officeDocument/2006/relationships/slideLayout" Target="../slideLayouts/slideLayout69.xml"/><Relationship Id="rId1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12.xml"/><Relationship Id="rId24" Type="http://schemas.openxmlformats.org/officeDocument/2006/relationships/slideLayout" Target="../slideLayouts/slideLayout25.xml"/><Relationship Id="rId32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8.xml"/><Relationship Id="rId40" Type="http://schemas.openxmlformats.org/officeDocument/2006/relationships/slideLayout" Target="../slideLayouts/slideLayout41.xml"/><Relationship Id="rId45" Type="http://schemas.openxmlformats.org/officeDocument/2006/relationships/slideLayout" Target="../slideLayouts/slideLayout46.xml"/><Relationship Id="rId53" Type="http://schemas.openxmlformats.org/officeDocument/2006/relationships/slideLayout" Target="../slideLayouts/slideLayout54.xml"/><Relationship Id="rId58" Type="http://schemas.openxmlformats.org/officeDocument/2006/relationships/slideLayout" Target="../slideLayouts/slideLayout59.xml"/><Relationship Id="rId66" Type="http://schemas.openxmlformats.org/officeDocument/2006/relationships/slideLayout" Target="../slideLayouts/slideLayout67.xml"/><Relationship Id="rId74" Type="http://schemas.openxmlformats.org/officeDocument/2006/relationships/slideLayout" Target="../slideLayouts/slideLayout75.xml"/><Relationship Id="rId5" Type="http://schemas.openxmlformats.org/officeDocument/2006/relationships/slideLayout" Target="../slideLayouts/slideLayout6.xml"/><Relationship Id="rId61" Type="http://schemas.openxmlformats.org/officeDocument/2006/relationships/slideLayout" Target="../slideLayouts/slideLayout62.xml"/><Relationship Id="rId1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15.xml"/><Relationship Id="rId22" Type="http://schemas.openxmlformats.org/officeDocument/2006/relationships/slideLayout" Target="../slideLayouts/slideLayout23.xml"/><Relationship Id="rId27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6.xml"/><Relationship Id="rId43" Type="http://schemas.openxmlformats.org/officeDocument/2006/relationships/slideLayout" Target="../slideLayouts/slideLayout44.xml"/><Relationship Id="rId48" Type="http://schemas.openxmlformats.org/officeDocument/2006/relationships/slideLayout" Target="../slideLayouts/slideLayout49.xml"/><Relationship Id="rId56" Type="http://schemas.openxmlformats.org/officeDocument/2006/relationships/slideLayout" Target="../slideLayouts/slideLayout57.xml"/><Relationship Id="rId64" Type="http://schemas.openxmlformats.org/officeDocument/2006/relationships/slideLayout" Target="../slideLayouts/slideLayout65.xml"/><Relationship Id="rId69" Type="http://schemas.openxmlformats.org/officeDocument/2006/relationships/slideLayout" Target="../slideLayouts/slideLayout70.xml"/><Relationship Id="rId77" Type="http://schemas.openxmlformats.org/officeDocument/2006/relationships/theme" Target="../theme/theme2.xml"/><Relationship Id="rId8" Type="http://schemas.openxmlformats.org/officeDocument/2006/relationships/slideLayout" Target="../slideLayouts/slideLayout9.xml"/><Relationship Id="rId51" Type="http://schemas.openxmlformats.org/officeDocument/2006/relationships/slideLayout" Target="../slideLayouts/slideLayout52.xml"/><Relationship Id="rId72" Type="http://schemas.openxmlformats.org/officeDocument/2006/relationships/slideLayout" Target="../slideLayouts/slideLayout73.xml"/><Relationship Id="rId3" Type="http://schemas.openxmlformats.org/officeDocument/2006/relationships/slideLayout" Target="../slideLayouts/slideLayout4.xml"/><Relationship Id="rId12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8.xml"/><Relationship Id="rId25" Type="http://schemas.openxmlformats.org/officeDocument/2006/relationships/slideLayout" Target="../slideLayouts/slideLayout26.xml"/><Relationship Id="rId33" Type="http://schemas.openxmlformats.org/officeDocument/2006/relationships/slideLayout" Target="../slideLayouts/slideLayout34.xml"/><Relationship Id="rId38" Type="http://schemas.openxmlformats.org/officeDocument/2006/relationships/slideLayout" Target="../slideLayouts/slideLayout39.xml"/><Relationship Id="rId46" Type="http://schemas.openxmlformats.org/officeDocument/2006/relationships/slideLayout" Target="../slideLayouts/slideLayout47.xml"/><Relationship Id="rId59" Type="http://schemas.openxmlformats.org/officeDocument/2006/relationships/slideLayout" Target="../slideLayouts/slideLayout60.xml"/><Relationship Id="rId67" Type="http://schemas.openxmlformats.org/officeDocument/2006/relationships/slideLayout" Target="../slideLayouts/slideLayout68.xml"/><Relationship Id="rId20" Type="http://schemas.openxmlformats.org/officeDocument/2006/relationships/slideLayout" Target="../slideLayouts/slideLayout21.xml"/><Relationship Id="rId41" Type="http://schemas.openxmlformats.org/officeDocument/2006/relationships/slideLayout" Target="../slideLayouts/slideLayout42.xml"/><Relationship Id="rId54" Type="http://schemas.openxmlformats.org/officeDocument/2006/relationships/slideLayout" Target="../slideLayouts/slideLayout55.xml"/><Relationship Id="rId62" Type="http://schemas.openxmlformats.org/officeDocument/2006/relationships/slideLayout" Target="../slideLayouts/slideLayout63.xml"/><Relationship Id="rId70" Type="http://schemas.openxmlformats.org/officeDocument/2006/relationships/slideLayout" Target="../slideLayouts/slideLayout71.xml"/><Relationship Id="rId75" Type="http://schemas.openxmlformats.org/officeDocument/2006/relationships/slideLayout" Target="../slideLayouts/slideLayout76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5" Type="http://schemas.openxmlformats.org/officeDocument/2006/relationships/slideLayout" Target="../slideLayouts/slideLayout16.xml"/><Relationship Id="rId23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9.xml"/><Relationship Id="rId36" Type="http://schemas.openxmlformats.org/officeDocument/2006/relationships/slideLayout" Target="../slideLayouts/slideLayout37.xml"/><Relationship Id="rId49" Type="http://schemas.openxmlformats.org/officeDocument/2006/relationships/slideLayout" Target="../slideLayouts/slideLayout50.xml"/><Relationship Id="rId57" Type="http://schemas.openxmlformats.org/officeDocument/2006/relationships/slideLayout" Target="../slideLayouts/slideLayout58.xml"/><Relationship Id="rId10" Type="http://schemas.openxmlformats.org/officeDocument/2006/relationships/slideLayout" Target="../slideLayouts/slideLayout11.xml"/><Relationship Id="rId31" Type="http://schemas.openxmlformats.org/officeDocument/2006/relationships/slideLayout" Target="../slideLayouts/slideLayout32.xml"/><Relationship Id="rId44" Type="http://schemas.openxmlformats.org/officeDocument/2006/relationships/slideLayout" Target="../slideLayouts/slideLayout45.xml"/><Relationship Id="rId52" Type="http://schemas.openxmlformats.org/officeDocument/2006/relationships/slideLayout" Target="../slideLayouts/slideLayout53.xml"/><Relationship Id="rId60" Type="http://schemas.openxmlformats.org/officeDocument/2006/relationships/slideLayout" Target="../slideLayouts/slideLayout61.xml"/><Relationship Id="rId65" Type="http://schemas.openxmlformats.org/officeDocument/2006/relationships/slideLayout" Target="../slideLayouts/slideLayout66.xml"/><Relationship Id="rId73" Type="http://schemas.openxmlformats.org/officeDocument/2006/relationships/slideLayout" Target="../slideLayouts/slideLayout74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4.xml"/><Relationship Id="rId18" Type="http://schemas.openxmlformats.org/officeDocument/2006/relationships/slideLayout" Target="../slideLayouts/slideLayout19.xml"/><Relationship Id="rId39" Type="http://schemas.openxmlformats.org/officeDocument/2006/relationships/slideLayout" Target="../slideLayouts/slideLayout40.xml"/><Relationship Id="rId34" Type="http://schemas.openxmlformats.org/officeDocument/2006/relationships/slideLayout" Target="../slideLayouts/slideLayout35.xml"/><Relationship Id="rId50" Type="http://schemas.openxmlformats.org/officeDocument/2006/relationships/slideLayout" Target="../slideLayouts/slideLayout51.xml"/><Relationship Id="rId55" Type="http://schemas.openxmlformats.org/officeDocument/2006/relationships/slideLayout" Target="../slideLayouts/slideLayout56.xml"/><Relationship Id="rId76" Type="http://schemas.openxmlformats.org/officeDocument/2006/relationships/slideLayout" Target="../slideLayouts/slideLayout77.xml"/><Relationship Id="rId7" Type="http://schemas.openxmlformats.org/officeDocument/2006/relationships/slideLayout" Target="../slideLayouts/slideLayout8.xml"/><Relationship Id="rId71" Type="http://schemas.openxmlformats.org/officeDocument/2006/relationships/slideLayout" Target="../slideLayouts/slideLayout72.xml"/><Relationship Id="rId2" Type="http://schemas.openxmlformats.org/officeDocument/2006/relationships/slideLayout" Target="../slideLayouts/slideLayout3.xml"/><Relationship Id="rId29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1" name="Google Shape;51;p13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  <a:defRPr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○"/>
              <a:defRPr sz="14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■"/>
              <a:defRPr sz="14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●"/>
              <a:defRPr sz="14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○"/>
              <a:defRPr sz="14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■"/>
              <a:defRPr sz="14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●"/>
              <a:defRPr sz="14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○"/>
              <a:defRPr sz="14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■"/>
              <a:defRPr sz="14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333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333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333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333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333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333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333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333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333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248067163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  <p:sldLayoutId id="2147483669" r:id="rId19"/>
    <p:sldLayoutId id="2147483670" r:id="rId20"/>
    <p:sldLayoutId id="2147483671" r:id="rId21"/>
    <p:sldLayoutId id="2147483672" r:id="rId22"/>
    <p:sldLayoutId id="2147483673" r:id="rId23"/>
    <p:sldLayoutId id="2147483674" r:id="rId24"/>
    <p:sldLayoutId id="2147483675" r:id="rId25"/>
    <p:sldLayoutId id="2147483676" r:id="rId26"/>
    <p:sldLayoutId id="2147483677" r:id="rId27"/>
    <p:sldLayoutId id="2147483678" r:id="rId28"/>
    <p:sldLayoutId id="2147483679" r:id="rId29"/>
    <p:sldLayoutId id="2147483680" r:id="rId30"/>
    <p:sldLayoutId id="2147483681" r:id="rId31"/>
    <p:sldLayoutId id="2147483682" r:id="rId32"/>
    <p:sldLayoutId id="2147483683" r:id="rId33"/>
    <p:sldLayoutId id="2147483684" r:id="rId34"/>
    <p:sldLayoutId id="2147483685" r:id="rId35"/>
    <p:sldLayoutId id="2147483686" r:id="rId36"/>
    <p:sldLayoutId id="2147483687" r:id="rId37"/>
    <p:sldLayoutId id="2147483688" r:id="rId38"/>
    <p:sldLayoutId id="2147483689" r:id="rId39"/>
    <p:sldLayoutId id="2147483690" r:id="rId40"/>
    <p:sldLayoutId id="2147483691" r:id="rId41"/>
    <p:sldLayoutId id="2147483692" r:id="rId42"/>
    <p:sldLayoutId id="2147483693" r:id="rId43"/>
    <p:sldLayoutId id="2147483694" r:id="rId44"/>
    <p:sldLayoutId id="2147483695" r:id="rId45"/>
    <p:sldLayoutId id="2147483696" r:id="rId46"/>
    <p:sldLayoutId id="2147483697" r:id="rId47"/>
    <p:sldLayoutId id="2147483698" r:id="rId48"/>
    <p:sldLayoutId id="2147483699" r:id="rId49"/>
    <p:sldLayoutId id="2147483700" r:id="rId50"/>
    <p:sldLayoutId id="2147483701" r:id="rId51"/>
    <p:sldLayoutId id="2147483702" r:id="rId52"/>
    <p:sldLayoutId id="2147483703" r:id="rId53"/>
    <p:sldLayoutId id="2147483704" r:id="rId54"/>
    <p:sldLayoutId id="2147483705" r:id="rId55"/>
    <p:sldLayoutId id="2147483706" r:id="rId56"/>
    <p:sldLayoutId id="2147483707" r:id="rId57"/>
    <p:sldLayoutId id="2147483708" r:id="rId58"/>
    <p:sldLayoutId id="2147483709" r:id="rId59"/>
    <p:sldLayoutId id="2147483710" r:id="rId60"/>
    <p:sldLayoutId id="2147483711" r:id="rId61"/>
    <p:sldLayoutId id="2147483712" r:id="rId62"/>
    <p:sldLayoutId id="2147483713" r:id="rId63"/>
    <p:sldLayoutId id="2147483714" r:id="rId64"/>
    <p:sldLayoutId id="2147483715" r:id="rId65"/>
    <p:sldLayoutId id="2147483716" r:id="rId66"/>
    <p:sldLayoutId id="2147483717" r:id="rId67"/>
    <p:sldLayoutId id="2147483718" r:id="rId68"/>
    <p:sldLayoutId id="2147483719" r:id="rId69"/>
    <p:sldLayoutId id="2147483720" r:id="rId70"/>
    <p:sldLayoutId id="2147483721" r:id="rId71"/>
    <p:sldLayoutId id="2147483722" r:id="rId72"/>
    <p:sldLayoutId id="2147483723" r:id="rId73"/>
    <p:sldLayoutId id="2147483724" r:id="rId74"/>
    <p:sldLayoutId id="2147483725" r:id="rId75"/>
    <p:sldLayoutId id="2147483726" r:id="rId7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7E00C8"/>
            </a:gs>
            <a:gs pos="100000">
              <a:srgbClr val="D500AE"/>
            </a:gs>
          </a:gsLst>
          <a:lin ang="5400012" scaled="0"/>
        </a:gradFill>
        <a:effectLst/>
      </p:bgPr>
    </p:bg>
    <p:spTree>
      <p:nvGrpSpPr>
        <p:cNvPr id="1" name="Shape 862">
          <a:extLst>
            <a:ext uri="{FF2B5EF4-FFF2-40B4-BE49-F238E27FC236}">
              <a16:creationId xmlns:a16="http://schemas.microsoft.com/office/drawing/2014/main" id="{10B8F864-2E15-106D-E08F-B9D8F19017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3" name="Google Shape;863;p43" descr="A colorful logo with black background&#10;&#10;AI-generated content may be incorrect.">
            <a:extLst>
              <a:ext uri="{FF2B5EF4-FFF2-40B4-BE49-F238E27FC236}">
                <a16:creationId xmlns:a16="http://schemas.microsoft.com/office/drawing/2014/main" id="{1785D169-5B9F-D36D-194D-3A807C0677F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25827" t="5879" r="14538" b="33444"/>
          <a:stretch/>
        </p:blipFill>
        <p:spPr>
          <a:xfrm>
            <a:off x="1" y="1"/>
            <a:ext cx="8425833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864" name="Google Shape;864;p43">
            <a:extLst>
              <a:ext uri="{FF2B5EF4-FFF2-40B4-BE49-F238E27FC236}">
                <a16:creationId xmlns:a16="http://schemas.microsoft.com/office/drawing/2014/main" id="{F84632A2-D93A-D6C2-90E8-74766CDD5B19}"/>
              </a:ext>
            </a:extLst>
          </p:cNvPr>
          <p:cNvSpPr txBox="1"/>
          <p:nvPr/>
        </p:nvSpPr>
        <p:spPr>
          <a:xfrm>
            <a:off x="235233" y="4806413"/>
            <a:ext cx="1758400" cy="20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4000" tIns="0" rIns="144000" bIns="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sz="106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C1860D-F5B0-16FA-360F-4BA21F237D7F}"/>
              </a:ext>
            </a:extLst>
          </p:cNvPr>
          <p:cNvSpPr txBox="1"/>
          <p:nvPr/>
        </p:nvSpPr>
        <p:spPr>
          <a:xfrm>
            <a:off x="403954" y="2888460"/>
            <a:ext cx="10949077" cy="1081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3833" tIns="60933" rIns="121900" bIns="60933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/>
            </a:defPPr>
            <a:lvl1pPr marR="0" lvl="0" indent="0" defTabSz="1219170"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B0A2B"/>
              </a:buClr>
              <a:buSzPts val="2800"/>
              <a:buFont typeface="Poppins"/>
              <a:buNone/>
              <a:tabLst/>
              <a:defRPr kumimoji="0" sz="2400" b="0" i="1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Medium"/>
                <a:ea typeface="Poppins Medium"/>
                <a:cs typeface="Poppins Medium"/>
              </a:defRPr>
            </a:lvl1pPr>
            <a:lvl2pPr>
              <a:lnSpc>
                <a:spcPct val="110000"/>
              </a:lnSpc>
              <a:buClr>
                <a:schemeClr val="dk1"/>
              </a:buClr>
              <a:buSzPts val="1200"/>
              <a:buFont typeface="Poppins Medium"/>
              <a:buNone/>
              <a:defRPr sz="1200">
                <a:solidFill>
                  <a:schemeClr val="dk1"/>
                </a:solidFill>
                <a:latin typeface="Poppins Medium"/>
                <a:ea typeface="Poppins Medium"/>
                <a:cs typeface="Poppins Medium"/>
              </a:defRPr>
            </a:lvl2pPr>
            <a:lvl3pPr>
              <a:lnSpc>
                <a:spcPct val="110000"/>
              </a:lnSpc>
              <a:buClr>
                <a:schemeClr val="dk1"/>
              </a:buClr>
              <a:buSzPts val="1200"/>
              <a:buFont typeface="Poppins Medium"/>
              <a:buNone/>
              <a:defRPr sz="1200">
                <a:solidFill>
                  <a:schemeClr val="dk1"/>
                </a:solidFill>
                <a:latin typeface="Poppins Medium"/>
                <a:ea typeface="Poppins Medium"/>
                <a:cs typeface="Poppins Medium"/>
              </a:defRPr>
            </a:lvl3pPr>
            <a:lvl4pPr>
              <a:lnSpc>
                <a:spcPct val="110000"/>
              </a:lnSpc>
              <a:buClr>
                <a:schemeClr val="dk1"/>
              </a:buClr>
              <a:buSzPts val="1200"/>
              <a:buFont typeface="Poppins Medium"/>
              <a:buNone/>
              <a:defRPr sz="1200">
                <a:solidFill>
                  <a:schemeClr val="dk1"/>
                </a:solidFill>
                <a:latin typeface="Poppins Medium"/>
                <a:ea typeface="Poppins Medium"/>
                <a:cs typeface="Poppins Medium"/>
              </a:defRPr>
            </a:lvl4pPr>
            <a:lvl5pPr>
              <a:lnSpc>
                <a:spcPct val="110000"/>
              </a:lnSpc>
              <a:buClr>
                <a:schemeClr val="dk1"/>
              </a:buClr>
              <a:buSzPts val="1200"/>
              <a:buFont typeface="Poppins Medium"/>
              <a:buNone/>
              <a:defRPr sz="1200">
                <a:solidFill>
                  <a:schemeClr val="dk1"/>
                </a:solidFill>
                <a:latin typeface="Poppins Medium"/>
                <a:ea typeface="Poppins Medium"/>
                <a:cs typeface="Poppins Medium"/>
              </a:defRPr>
            </a:lvl5pPr>
            <a:lvl6pPr>
              <a:lnSpc>
                <a:spcPct val="110000"/>
              </a:lnSpc>
              <a:buClr>
                <a:schemeClr val="dk1"/>
              </a:buClr>
              <a:buSzPts val="1200"/>
              <a:buFont typeface="Poppins Medium"/>
              <a:buNone/>
              <a:defRPr sz="1200">
                <a:solidFill>
                  <a:schemeClr val="dk1"/>
                </a:solidFill>
                <a:latin typeface="Poppins Medium"/>
                <a:ea typeface="Poppins Medium"/>
                <a:cs typeface="Poppins Medium"/>
              </a:defRPr>
            </a:lvl6pPr>
            <a:lvl7pPr>
              <a:lnSpc>
                <a:spcPct val="110000"/>
              </a:lnSpc>
              <a:buClr>
                <a:schemeClr val="dk1"/>
              </a:buClr>
              <a:buSzPts val="1200"/>
              <a:buFont typeface="Poppins Medium"/>
              <a:buNone/>
              <a:defRPr sz="1200">
                <a:solidFill>
                  <a:schemeClr val="dk1"/>
                </a:solidFill>
                <a:latin typeface="Poppins Medium"/>
                <a:ea typeface="Poppins Medium"/>
                <a:cs typeface="Poppins Medium"/>
              </a:defRPr>
            </a:lvl7pPr>
            <a:lvl8pPr>
              <a:lnSpc>
                <a:spcPct val="110000"/>
              </a:lnSpc>
              <a:buClr>
                <a:schemeClr val="dk1"/>
              </a:buClr>
              <a:buSzPts val="1200"/>
              <a:buFont typeface="Poppins Medium"/>
              <a:buNone/>
              <a:defRPr sz="1200">
                <a:solidFill>
                  <a:schemeClr val="dk1"/>
                </a:solidFill>
                <a:latin typeface="Poppins Medium"/>
                <a:ea typeface="Poppins Medium"/>
                <a:cs typeface="Poppins Medium"/>
              </a:defRPr>
            </a:lvl8pPr>
            <a:lvl9pPr>
              <a:lnSpc>
                <a:spcPct val="110000"/>
              </a:lnSpc>
              <a:buClr>
                <a:schemeClr val="dk1"/>
              </a:buClr>
              <a:buSzPts val="1200"/>
              <a:buFont typeface="Poppins Medium"/>
              <a:buNone/>
              <a:defRPr sz="1200">
                <a:solidFill>
                  <a:schemeClr val="dk1"/>
                </a:solidFill>
                <a:latin typeface="Poppins Medium"/>
                <a:ea typeface="Poppins Medium"/>
                <a:cs typeface="Poppins Medium"/>
              </a:defRPr>
            </a:lvl9pPr>
          </a:lstStyle>
          <a:p>
            <a:pPr marL="0" marR="0" lvl="0" indent="0" algn="l" defTabSz="121917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B0A2B"/>
              </a:buClr>
              <a:buSzPts val="2800"/>
              <a:buFont typeface="Poppins"/>
              <a:buNone/>
              <a:tabLst/>
              <a:defRPr/>
            </a:pPr>
            <a:r>
              <a:rPr kumimoji="0" lang="en-US" sz="2400" b="0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Medium"/>
                <a:cs typeface="Poppins Medium"/>
                <a:sym typeface="Arial"/>
              </a:rPr>
              <a:t>Appendix: External Data Sources for DEE Common Nodes Queries + Associated Example Queries</a:t>
            </a:r>
            <a:endParaRPr kumimoji="0" lang="en-US" sz="2400" b="0" i="1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 Medium"/>
              <a:cs typeface="Poppins Medium"/>
              <a:sym typeface="Poppins Medium"/>
            </a:endParaRPr>
          </a:p>
        </p:txBody>
      </p:sp>
    </p:spTree>
    <p:extLst>
      <p:ext uri="{BB962C8B-B14F-4D97-AF65-F5344CB8AC3E}">
        <p14:creationId xmlns:p14="http://schemas.microsoft.com/office/powerpoint/2010/main" val="29777366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2">
            <a:extLst>
              <a:ext uri="{FF2B5EF4-FFF2-40B4-BE49-F238E27FC236}">
                <a16:creationId xmlns:a16="http://schemas.microsoft.com/office/drawing/2014/main" id="{2A2C931E-52AE-5B8C-5312-507D899A9031}"/>
              </a:ext>
            </a:extLst>
          </p:cNvPr>
          <p:cNvSpPr/>
          <p:nvPr/>
        </p:nvSpPr>
        <p:spPr>
          <a:xfrm>
            <a:off x="1935785" y="173736"/>
            <a:ext cx="10042855" cy="7635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1600" dirty="0">
                <a:solidFill>
                  <a:srgbClr val="0B0A2B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Priority External Data Sources for Common Nodes Workflows Based on Frequency of Use</a:t>
            </a:r>
            <a:endParaRPr lang="en-US" sz="1600" dirty="0"/>
          </a:p>
        </p:txBody>
      </p:sp>
      <p:sp>
        <p:nvSpPr>
          <p:cNvPr id="7" name="Shape 0">
            <a:extLst>
              <a:ext uri="{FF2B5EF4-FFF2-40B4-BE49-F238E27FC236}">
                <a16:creationId xmlns:a16="http://schemas.microsoft.com/office/drawing/2014/main" id="{600026A6-7D0D-FDA2-1DAD-8D43E1BA7AA2}"/>
              </a:ext>
            </a:extLst>
          </p:cNvPr>
          <p:cNvSpPr/>
          <p:nvPr/>
        </p:nvSpPr>
        <p:spPr>
          <a:xfrm>
            <a:off x="235001" y="346558"/>
            <a:ext cx="1609344" cy="406908"/>
          </a:xfrm>
          <a:prstGeom prst="roundRect">
            <a:avLst>
              <a:gd name="adj" fmla="val 15730"/>
            </a:avLst>
          </a:prstGeom>
          <a:ln w="9525">
            <a:solidFill>
              <a:srgbClr val="7300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27B9A568-7312-54DF-7A9D-C86193454034}"/>
              </a:ext>
            </a:extLst>
          </p:cNvPr>
          <p:cNvSpPr/>
          <p:nvPr/>
        </p:nvSpPr>
        <p:spPr>
          <a:xfrm>
            <a:off x="235001" y="346558"/>
            <a:ext cx="1609344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B0A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DEE Common Nodes External Data</a:t>
            </a:r>
            <a:endParaRPr lang="en-US" sz="1100" dirty="0"/>
          </a:p>
        </p:txBody>
      </p:sp>
      <p:pic>
        <p:nvPicPr>
          <p:cNvPr id="10" name="Picture 9" descr="A graph of a number of data&#10;&#10;AI-generated content may be incorrect.">
            <a:extLst>
              <a:ext uri="{FF2B5EF4-FFF2-40B4-BE49-F238E27FC236}">
                <a16:creationId xmlns:a16="http://schemas.microsoft.com/office/drawing/2014/main" id="{B5BA6789-3C18-3D2E-5FC8-BE9939A046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6636" y="906273"/>
            <a:ext cx="9018727" cy="5605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3949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5001" y="346558"/>
            <a:ext cx="1609344" cy="406908"/>
          </a:xfrm>
          <a:prstGeom prst="roundRect">
            <a:avLst>
              <a:gd name="adj" fmla="val 15730"/>
            </a:avLst>
          </a:prstGeom>
          <a:ln w="9525">
            <a:solidFill>
              <a:srgbClr val="7300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35001" y="346558"/>
            <a:ext cx="1609344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B0A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Sapphire GraphDB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935785" y="173736"/>
            <a:ext cx="10042855" cy="7635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1600" dirty="0">
                <a:solidFill>
                  <a:srgbClr val="0B0A2B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Priority External Data Sources for Common Nodes Workflows</a:t>
            </a:r>
            <a:r>
              <a:rPr lang="en-US" sz="1600" i="1" dirty="0">
                <a:solidFill>
                  <a:srgbClr val="C20CA9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 – Interaction Networks &amp; Literature (Ranked 1–3)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50854" y="6462979"/>
            <a:ext cx="762610" cy="3099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B0A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900" dirty="0"/>
          </a:p>
        </p:txBody>
      </p:sp>
      <p:pic>
        <p:nvPicPr>
          <p:cNvPr id="6" name="Image 0" descr="/sessions/youthful-vigilant-planck/quiv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50040" y="6537960"/>
            <a:ext cx="194767" cy="15544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65760" y="1143000"/>
            <a:ext cx="11475720" cy="1664208"/>
          </a:xfrm>
          <a:prstGeom prst="roundRect">
            <a:avLst>
              <a:gd name="adj" fmla="val 4396"/>
            </a:avLst>
          </a:prstGeom>
          <a:solidFill>
            <a:srgbClr val="F8F7FC"/>
          </a:solidFill>
          <a:ln w="6350">
            <a:solidFill>
              <a:srgbClr val="E8E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48640" y="1207008"/>
            <a:ext cx="11109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C02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STRING</a:t>
            </a:r>
            <a:r>
              <a:rPr lang="en-US" sz="950" dirty="0">
                <a:solidFill>
                  <a:srgbClr val="88888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Referenced in 24 of 100 pipelines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1508760"/>
            <a:ext cx="1828800" cy="0"/>
          </a:xfrm>
          <a:prstGeom prst="line">
            <a:avLst/>
          </a:prstGeom>
          <a:noFill/>
          <a:ln w="12700">
            <a:solidFill>
              <a:srgbClr val="9C02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48640" y="1554480"/>
            <a:ext cx="11109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0B0A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Protein-protein interaction database providing confidence-scored interaction networks for DEE gene products. Critical for determining whether genes within functional clusters physically interact or share signaling complexes.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48640" y="2148840"/>
            <a:ext cx="11109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9C02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Example: </a:t>
            </a:r>
            <a:r>
              <a:rPr lang="en-US" sz="950" i="1" dirty="0">
                <a:solidFill>
                  <a:srgbClr val="4444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Sapphire queries STRING to retrieve all known PPIs among DEE genes within each common node (Prompt #20), determining whether functionally clustered genes are also physically interacting.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65760" y="2916936"/>
            <a:ext cx="11475720" cy="1664208"/>
          </a:xfrm>
          <a:prstGeom prst="roundRect">
            <a:avLst>
              <a:gd name="adj" fmla="val 4396"/>
            </a:avLst>
          </a:prstGeom>
          <a:solidFill>
            <a:srgbClr val="F8F7FC"/>
          </a:solidFill>
          <a:ln w="6350">
            <a:solidFill>
              <a:srgbClr val="E8E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48640" y="2980944"/>
            <a:ext cx="11109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C02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PubMed</a:t>
            </a:r>
            <a:r>
              <a:rPr lang="en-US" sz="950" dirty="0">
                <a:solidFill>
                  <a:srgbClr val="88888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Referenced in 19 of 100 pipelines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3282696"/>
            <a:ext cx="1828800" cy="0"/>
          </a:xfrm>
          <a:prstGeom prst="line">
            <a:avLst/>
          </a:prstGeom>
          <a:noFill/>
          <a:ln w="12700">
            <a:solidFill>
              <a:srgbClr val="9C02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48640" y="3328416"/>
            <a:ext cx="11109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0B0A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Biomedical literature database for retrieving published electrophysiology data, genotype-phenotype correlations, clinical natural history studies, and mouse model phenotyping data for DEE genes.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48640" y="3922776"/>
            <a:ext cx="11109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9C02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Example: </a:t>
            </a:r>
            <a:r>
              <a:rPr lang="en-US" sz="950" i="1" dirty="0">
                <a:solidFill>
                  <a:srgbClr val="4444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Sapphire queries PubMed to retrieve published patch-clamp data for CDKL5 and MECP2 variants (Prompt #6), validating Optopatch fingerprints against independent experimental systems.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365760" y="4690872"/>
            <a:ext cx="11475720" cy="1664208"/>
          </a:xfrm>
          <a:prstGeom prst="roundRect">
            <a:avLst>
              <a:gd name="adj" fmla="val 4396"/>
            </a:avLst>
          </a:prstGeom>
          <a:solidFill>
            <a:srgbClr val="F8F7FC"/>
          </a:solidFill>
          <a:ln w="6350">
            <a:solidFill>
              <a:srgbClr val="E8E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48640" y="4754880"/>
            <a:ext cx="11109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C02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Reactome</a:t>
            </a:r>
            <a:r>
              <a:rPr lang="en-US" sz="950" dirty="0">
                <a:solidFill>
                  <a:srgbClr val="88888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Referenced in 15 of 100 pipelines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548640" y="5056632"/>
            <a:ext cx="1828800" cy="0"/>
          </a:xfrm>
          <a:prstGeom prst="line">
            <a:avLst/>
          </a:prstGeom>
          <a:noFill/>
          <a:ln w="12700">
            <a:solidFill>
              <a:srgbClr val="9C02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548640" y="5102352"/>
            <a:ext cx="11109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0B0A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Curated biological pathway database for enrichment analysis of functional cluster gene sets. Identifies convergent pathway dysregulation across DEE knockouts and nominates druggable pathway targets.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48640" y="5696712"/>
            <a:ext cx="11109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9C02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Example: </a:t>
            </a:r>
            <a:r>
              <a:rPr lang="en-US" sz="950" i="1" dirty="0">
                <a:solidFill>
                  <a:srgbClr val="4444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Sapphire queries Reactome to map each cluster’s genes to biological pathways (Prompt #19), testing whether functional clusters correspond to known molecular pathway groupings.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5001" y="346558"/>
            <a:ext cx="1609344" cy="406908"/>
          </a:xfrm>
          <a:prstGeom prst="roundRect">
            <a:avLst>
              <a:gd name="adj" fmla="val 15730"/>
            </a:avLst>
          </a:prstGeom>
          <a:ln w="9525">
            <a:solidFill>
              <a:srgbClr val="7300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35001" y="346558"/>
            <a:ext cx="1609344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B0A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Sapphire GraphDB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935785" y="173736"/>
            <a:ext cx="10042855" cy="7635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1600" dirty="0">
                <a:solidFill>
                  <a:srgbClr val="0B0A2B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Priority External Data Sources for Common Nodes Workflows</a:t>
            </a:r>
            <a:r>
              <a:rPr lang="en-US" sz="1600" i="1" dirty="0">
                <a:solidFill>
                  <a:srgbClr val="C20CA9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 – Expression Data &amp; Drug Discovery (Ranked 4–6)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50854" y="6462979"/>
            <a:ext cx="762610" cy="3099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B0A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900" dirty="0"/>
          </a:p>
        </p:txBody>
      </p:sp>
      <p:pic>
        <p:nvPicPr>
          <p:cNvPr id="6" name="Image 0" descr="/sessions/youthful-vigilant-planck/quiv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50040" y="6537960"/>
            <a:ext cx="194767" cy="15544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65760" y="1143000"/>
            <a:ext cx="11475720" cy="1664208"/>
          </a:xfrm>
          <a:prstGeom prst="roundRect">
            <a:avLst>
              <a:gd name="adj" fmla="val 4396"/>
            </a:avLst>
          </a:prstGeom>
          <a:solidFill>
            <a:srgbClr val="F8F7FC"/>
          </a:solidFill>
          <a:ln w="6350">
            <a:solidFill>
              <a:srgbClr val="E8E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48640" y="1207008"/>
            <a:ext cx="11109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20CA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GEO</a:t>
            </a:r>
            <a:r>
              <a:rPr lang="en-US" sz="950" dirty="0">
                <a:solidFill>
                  <a:srgbClr val="88888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Referenced in 13 of 100 pipelines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1508760"/>
            <a:ext cx="1828800" cy="0"/>
          </a:xfrm>
          <a:prstGeom prst="line">
            <a:avLst/>
          </a:prstGeom>
          <a:noFill/>
          <a:ln w="12700">
            <a:solidFill>
              <a:srgbClr val="C20CA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48640" y="1554480"/>
            <a:ext cx="11109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0B0A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Gene Expression Omnibus repository providing published RNA-seq and microarray datasets from patient iPSC-neuron studies, brain tissue, and disease models for cross-validation of Angelini transcriptomic findings.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48640" y="2148840"/>
            <a:ext cx="11109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C20CA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Example: </a:t>
            </a:r>
            <a:r>
              <a:rPr lang="en-US" sz="950" i="1" dirty="0">
                <a:solidFill>
                  <a:srgbClr val="4444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Sapphire queries GEO/SRA to retrieve patient-derived iPSC neuron RNA-seq datasets (Prompt #39), assessing concordance between CRISPRn knockout and patient disease models.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65760" y="2916936"/>
            <a:ext cx="11475720" cy="1664208"/>
          </a:xfrm>
          <a:prstGeom prst="roundRect">
            <a:avLst>
              <a:gd name="adj" fmla="val 4396"/>
            </a:avLst>
          </a:prstGeom>
          <a:solidFill>
            <a:srgbClr val="F8F7FC"/>
          </a:solidFill>
          <a:ln w="6350">
            <a:solidFill>
              <a:srgbClr val="E8E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48640" y="2980944"/>
            <a:ext cx="11109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20CA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ChEMBL</a:t>
            </a:r>
            <a:r>
              <a:rPr lang="en-US" sz="950" dirty="0">
                <a:solidFill>
                  <a:srgbClr val="88888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Referenced in 12 of 100 pipelines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3282696"/>
            <a:ext cx="1828800" cy="0"/>
          </a:xfrm>
          <a:prstGeom prst="line">
            <a:avLst/>
          </a:prstGeom>
          <a:noFill/>
          <a:ln w="12700">
            <a:solidFill>
              <a:srgbClr val="C20CA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48640" y="3328416"/>
            <a:ext cx="11109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0B0A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Bioactivity database linking compounds to biological targets with potency data. Essential for target deconvolution, identifying existing pharmacological tools, and assessing druggability of common node targets.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48640" y="3922776"/>
            <a:ext cx="11109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C20CA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Example: </a:t>
            </a:r>
            <a:r>
              <a:rPr lang="en-US" sz="950" i="1" dirty="0">
                <a:solidFill>
                  <a:srgbClr val="4444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Sapphire queries ChEMBL to compile existing drugs targeting genes within each cluster (Prompt #46), categorized by mechanism of action and clinical development stage.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365760" y="4690872"/>
            <a:ext cx="11475720" cy="1664208"/>
          </a:xfrm>
          <a:prstGeom prst="roundRect">
            <a:avLst>
              <a:gd name="adj" fmla="val 4396"/>
            </a:avLst>
          </a:prstGeom>
          <a:solidFill>
            <a:srgbClr val="F8F7FC"/>
          </a:solidFill>
          <a:ln w="6350">
            <a:solidFill>
              <a:srgbClr val="E8E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48640" y="4754880"/>
            <a:ext cx="11109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20CA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ClinicalTrials.gov</a:t>
            </a:r>
            <a:r>
              <a:rPr lang="en-US" sz="950" dirty="0">
                <a:solidFill>
                  <a:srgbClr val="88888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Referenced in 11 of 100 pipelines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548640" y="5056632"/>
            <a:ext cx="1828800" cy="0"/>
          </a:xfrm>
          <a:prstGeom prst="line">
            <a:avLst/>
          </a:prstGeom>
          <a:noFill/>
          <a:ln w="12700">
            <a:solidFill>
              <a:srgbClr val="C20CA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548640" y="5102352"/>
            <a:ext cx="11109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0B0A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Registry of clinical studies used to identify ongoing or completed trials targeting genes within each functional cluster, informing competitive landscape and repurposing opportunities.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48640" y="5696712"/>
            <a:ext cx="11109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C20CA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Example: </a:t>
            </a:r>
            <a:r>
              <a:rPr lang="en-US" sz="950" i="1" dirty="0">
                <a:solidFill>
                  <a:srgbClr val="4444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Sapphire queries ClinicalTrials.gov to assess whether therapeutic strategies are disproportionately concentrated in certain clusters (Prompt #25).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5001" y="346558"/>
            <a:ext cx="1609344" cy="406908"/>
          </a:xfrm>
          <a:prstGeom prst="roundRect">
            <a:avLst>
              <a:gd name="adj" fmla="val 15730"/>
            </a:avLst>
          </a:prstGeom>
          <a:ln w="9525">
            <a:solidFill>
              <a:srgbClr val="7300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35001" y="346558"/>
            <a:ext cx="1609344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B0A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Sapphire GraphDB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935785" y="173736"/>
            <a:ext cx="10042855" cy="7635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1600" dirty="0">
                <a:solidFill>
                  <a:srgbClr val="0B0A2B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Priority External Data Sources for Common Nodes Workflows</a:t>
            </a:r>
            <a:r>
              <a:rPr lang="en-US" sz="1600" i="1" dirty="0">
                <a:solidFill>
                  <a:srgbClr val="C20CA9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 – Clinical Registries &amp; Pharmacology (Ranked 7–9)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50854" y="6462979"/>
            <a:ext cx="762610" cy="3099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B0A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900" dirty="0"/>
          </a:p>
        </p:txBody>
      </p:sp>
      <p:pic>
        <p:nvPicPr>
          <p:cNvPr id="6" name="Image 0" descr="/sessions/youthful-vigilant-planck/quiv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50040" y="6537960"/>
            <a:ext cx="194767" cy="15544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65760" y="1143000"/>
            <a:ext cx="11475720" cy="1664208"/>
          </a:xfrm>
          <a:prstGeom prst="roundRect">
            <a:avLst>
              <a:gd name="adj" fmla="val 4396"/>
            </a:avLst>
          </a:prstGeom>
          <a:solidFill>
            <a:srgbClr val="F8F7FC"/>
          </a:solidFill>
          <a:ln w="6350">
            <a:solidFill>
              <a:srgbClr val="E8E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48640" y="1207008"/>
            <a:ext cx="11109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1D3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DrugBank</a:t>
            </a:r>
            <a:r>
              <a:rPr lang="en-US" sz="950" dirty="0">
                <a:solidFill>
                  <a:srgbClr val="88888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Referenced in 10 of 100 pipelines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1508760"/>
            <a:ext cx="1828800" cy="0"/>
          </a:xfrm>
          <a:prstGeom prst="line">
            <a:avLst/>
          </a:prstGeom>
          <a:noFill/>
          <a:ln w="12700">
            <a:solidFill>
              <a:srgbClr val="F51D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48640" y="1554480"/>
            <a:ext cx="11109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0B0A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Comprehensive drug-target database linking FDA-approved drugs and investigational agents to molecular targets, enabling systematic drug repurposing analysis for DEE functional clusters.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48640" y="2148840"/>
            <a:ext cx="11109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51D3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Example: </a:t>
            </a:r>
            <a:r>
              <a:rPr lang="en-US" sz="950" i="1" dirty="0">
                <a:solidFill>
                  <a:srgbClr val="4444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Sapphire queries DrugBank to match FDA-approved drug mechanisms with cluster signatures (Prompt #50), identifying repurposing opportunities via the Therapeutic Target Database.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65760" y="2916936"/>
            <a:ext cx="11475720" cy="1664208"/>
          </a:xfrm>
          <a:prstGeom prst="roundRect">
            <a:avLst>
              <a:gd name="adj" fmla="val 4396"/>
            </a:avLst>
          </a:prstGeom>
          <a:solidFill>
            <a:srgbClr val="F8F7FC"/>
          </a:solidFill>
          <a:ln w="6350">
            <a:solidFill>
              <a:srgbClr val="E8E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48640" y="2980944"/>
            <a:ext cx="11109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1D3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OMIM</a:t>
            </a:r>
            <a:r>
              <a:rPr lang="en-US" sz="950" dirty="0">
                <a:solidFill>
                  <a:srgbClr val="88888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Referenced in 10 of 100 pipelines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3282696"/>
            <a:ext cx="1828800" cy="0"/>
          </a:xfrm>
          <a:prstGeom prst="line">
            <a:avLst/>
          </a:prstGeom>
          <a:noFill/>
          <a:ln w="12700">
            <a:solidFill>
              <a:srgbClr val="F51D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48640" y="3328416"/>
            <a:ext cx="11109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0B0A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Online Mendelian Inheritance in Man catalog providing authoritative genotype-phenotype relationships, inheritance patterns, and clinical descriptions for all 131 DEE genes.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48640" y="3922776"/>
            <a:ext cx="11109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51D3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Example: </a:t>
            </a:r>
            <a:r>
              <a:rPr lang="en-US" sz="950" i="1" dirty="0">
                <a:solidFill>
                  <a:srgbClr val="4444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Sapphire queries OMIM to cross-reference each DEE gene with its clinical epilepsy syndrome and inheritance pattern (Prompt #1), building the foundational gene-disease mapping.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365760" y="4690872"/>
            <a:ext cx="11475720" cy="1664208"/>
          </a:xfrm>
          <a:prstGeom prst="roundRect">
            <a:avLst>
              <a:gd name="adj" fmla="val 4396"/>
            </a:avLst>
          </a:prstGeom>
          <a:solidFill>
            <a:srgbClr val="F8F7FC"/>
          </a:solidFill>
          <a:ln w="6350">
            <a:solidFill>
              <a:srgbClr val="E8E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48640" y="4754880"/>
            <a:ext cx="11109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1D3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KEGG</a:t>
            </a:r>
            <a:r>
              <a:rPr lang="en-US" sz="950" dirty="0">
                <a:solidFill>
                  <a:srgbClr val="88888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Referenced in 10 of 100 pipelines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548640" y="5056632"/>
            <a:ext cx="1828800" cy="0"/>
          </a:xfrm>
          <a:prstGeom prst="line">
            <a:avLst/>
          </a:prstGeom>
          <a:noFill/>
          <a:ln w="12700">
            <a:solidFill>
              <a:srgbClr val="F51D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548640" y="5102352"/>
            <a:ext cx="11109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0B0A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Pathway and molecular interaction database for mapping DEE genes to biological systems. Complements Reactome for pathway enrichment and identification of shared mechanisms within clusters.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48640" y="5696712"/>
            <a:ext cx="11109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51D3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Example: </a:t>
            </a:r>
            <a:r>
              <a:rPr lang="en-US" sz="950" i="1" dirty="0">
                <a:solidFill>
                  <a:srgbClr val="4444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Sapphire queries KEGG to perform pathway enrichment on RNA-seq signatures from 50 DEE knockouts (Prompt #32), identifying convergent pathway dysregulation.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5001" y="346558"/>
            <a:ext cx="1609344" cy="406908"/>
          </a:xfrm>
          <a:prstGeom prst="roundRect">
            <a:avLst>
              <a:gd name="adj" fmla="val 15730"/>
            </a:avLst>
          </a:prstGeom>
          <a:ln w="9525">
            <a:solidFill>
              <a:srgbClr val="7300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35001" y="346558"/>
            <a:ext cx="1609344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B0A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Sapphire GraphDB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935785" y="173736"/>
            <a:ext cx="10042855" cy="7635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1600" dirty="0">
                <a:solidFill>
                  <a:srgbClr val="0B0A2B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Priority External Data Sources for Common Nodes Workflows</a:t>
            </a:r>
            <a:r>
              <a:rPr lang="en-US" sz="1600" i="1" dirty="0">
                <a:solidFill>
                  <a:srgbClr val="C20CA9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 – Pathway &amp; Genome Annotation (Ranked 10–12)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50854" y="6462979"/>
            <a:ext cx="762610" cy="3099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B0A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900" dirty="0"/>
          </a:p>
        </p:txBody>
      </p:sp>
      <p:pic>
        <p:nvPicPr>
          <p:cNvPr id="6" name="Image 0" descr="/sessions/youthful-vigilant-planck/quiv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50040" y="6537960"/>
            <a:ext cx="194767" cy="15544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65760" y="1143000"/>
            <a:ext cx="11475720" cy="1664208"/>
          </a:xfrm>
          <a:prstGeom prst="roundRect">
            <a:avLst>
              <a:gd name="adj" fmla="val 4396"/>
            </a:avLst>
          </a:prstGeom>
          <a:solidFill>
            <a:srgbClr val="F8F7FC"/>
          </a:solidFill>
          <a:ln w="6350">
            <a:solidFill>
              <a:srgbClr val="E8E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48640" y="1207008"/>
            <a:ext cx="11109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C02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Ensembl</a:t>
            </a:r>
            <a:r>
              <a:rPr lang="en-US" sz="950" dirty="0">
                <a:solidFill>
                  <a:srgbClr val="88888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Referenced in 10 of 100 pipelines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1508760"/>
            <a:ext cx="1828800" cy="0"/>
          </a:xfrm>
          <a:prstGeom prst="line">
            <a:avLst/>
          </a:prstGeom>
          <a:noFill/>
          <a:ln w="12700">
            <a:solidFill>
              <a:srgbClr val="9C02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48640" y="1554480"/>
            <a:ext cx="11109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0B0A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Genome annotation database providing gene structures, transcript variants, regulatory features, and variant effect predictions for DEE genes and their CRISPRn guide RNA targets.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48640" y="2148840"/>
            <a:ext cx="11109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9C02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Example: </a:t>
            </a:r>
            <a:r>
              <a:rPr lang="en-US" sz="950" i="1" dirty="0">
                <a:solidFill>
                  <a:srgbClr val="4444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Sapphire queries Ensembl for gene structure data to evaluate ASO feasibility (Prompt #51), assessing targetable transcript regions for each cluster’s DEE genes.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65760" y="2916936"/>
            <a:ext cx="11475720" cy="1664208"/>
          </a:xfrm>
          <a:prstGeom prst="roundRect">
            <a:avLst>
              <a:gd name="adj" fmla="val 4396"/>
            </a:avLst>
          </a:prstGeom>
          <a:solidFill>
            <a:srgbClr val="F8F7FC"/>
          </a:solidFill>
          <a:ln w="6350">
            <a:solidFill>
              <a:srgbClr val="E8E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48640" y="2980944"/>
            <a:ext cx="11109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C02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PubChem</a:t>
            </a:r>
            <a:r>
              <a:rPr lang="en-US" sz="950" dirty="0">
                <a:solidFill>
                  <a:srgbClr val="88888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Referenced in 10 of 100 pipelines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3282696"/>
            <a:ext cx="1828800" cy="0"/>
          </a:xfrm>
          <a:prstGeom prst="line">
            <a:avLst/>
          </a:prstGeom>
          <a:noFill/>
          <a:ln w="12700">
            <a:solidFill>
              <a:srgbClr val="9C02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48640" y="3328416"/>
            <a:ext cx="11109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0B0A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Chemical compound database linking molecular structures to bioassay results. Used to characterize hit compounds from phenotypic screens and cross-reference chemical scaffolds.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48640" y="3922776"/>
            <a:ext cx="11109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9C02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Example: </a:t>
            </a:r>
            <a:r>
              <a:rPr lang="en-US" sz="950" i="1" dirty="0">
                <a:solidFill>
                  <a:srgbClr val="4444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Sapphire queries PubChem to analyze structure-activity relationships among screening hits (Prompt #65), clustering compounds by scaffold and correlating with rescue potency.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365760" y="4690872"/>
            <a:ext cx="11475720" cy="1664208"/>
          </a:xfrm>
          <a:prstGeom prst="roundRect">
            <a:avLst>
              <a:gd name="adj" fmla="val 4396"/>
            </a:avLst>
          </a:prstGeom>
          <a:solidFill>
            <a:srgbClr val="F8F7FC"/>
          </a:solidFill>
          <a:ln w="6350">
            <a:solidFill>
              <a:srgbClr val="E8E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48640" y="4754880"/>
            <a:ext cx="11109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C02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NCBI Gene</a:t>
            </a:r>
            <a:r>
              <a:rPr lang="en-US" sz="950" dirty="0">
                <a:solidFill>
                  <a:srgbClr val="88888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Referenced in 10 of 100 pipelines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548640" y="5056632"/>
            <a:ext cx="1828800" cy="0"/>
          </a:xfrm>
          <a:prstGeom prst="line">
            <a:avLst/>
          </a:prstGeom>
          <a:noFill/>
          <a:ln w="12700">
            <a:solidFill>
              <a:srgbClr val="9C02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548640" y="5102352"/>
            <a:ext cx="11109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0B0A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Comprehensive gene information resource providing functional annotations, expression profiles, orthologs, and cross-database links for all DEE genes under investigation.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48640" y="5696712"/>
            <a:ext cx="11109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9C02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Example: </a:t>
            </a:r>
            <a:r>
              <a:rPr lang="en-US" sz="950" i="1" dirty="0">
                <a:solidFill>
                  <a:srgbClr val="4444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Sapphire queries NCBI Gene to retrieve functional annotations and cross-references for the 131 DEE genes (Prompt #1), establishing the baseline gene information layer.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5001" y="346558"/>
            <a:ext cx="1609344" cy="406908"/>
          </a:xfrm>
          <a:prstGeom prst="roundRect">
            <a:avLst>
              <a:gd name="adj" fmla="val 15730"/>
            </a:avLst>
          </a:prstGeom>
          <a:ln w="9525">
            <a:solidFill>
              <a:srgbClr val="7300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35001" y="346558"/>
            <a:ext cx="1609344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B0A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Sapphire GraphDB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935785" y="173736"/>
            <a:ext cx="10042855" cy="7635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1600" dirty="0">
                <a:solidFill>
                  <a:srgbClr val="0B0A2B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Priority External Data Sources for Common Nodes Workflows</a:t>
            </a:r>
            <a:r>
              <a:rPr lang="en-US" sz="1600" i="1" dirty="0">
                <a:solidFill>
                  <a:srgbClr val="C20CA9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 – Protein Annotation &amp; Variant Databases (Ranked 13–15)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50854" y="6462979"/>
            <a:ext cx="762610" cy="3099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B0A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900" dirty="0"/>
          </a:p>
        </p:txBody>
      </p:sp>
      <p:pic>
        <p:nvPicPr>
          <p:cNvPr id="6" name="Image 0" descr="/sessions/youthful-vigilant-planck/quiv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50040" y="6537960"/>
            <a:ext cx="194767" cy="15544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65760" y="1143000"/>
            <a:ext cx="11475720" cy="1664208"/>
          </a:xfrm>
          <a:prstGeom prst="roundRect">
            <a:avLst>
              <a:gd name="adj" fmla="val 4396"/>
            </a:avLst>
          </a:prstGeom>
          <a:solidFill>
            <a:srgbClr val="F8F7FC"/>
          </a:solidFill>
          <a:ln w="6350">
            <a:solidFill>
              <a:srgbClr val="E8E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48640" y="1207008"/>
            <a:ext cx="11109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20CA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UniProt</a:t>
            </a:r>
            <a:r>
              <a:rPr lang="en-US" sz="950" dirty="0">
                <a:solidFill>
                  <a:srgbClr val="88888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Referenced in 9 of 100 pipelines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1508760"/>
            <a:ext cx="1828800" cy="0"/>
          </a:xfrm>
          <a:prstGeom prst="line">
            <a:avLst/>
          </a:prstGeom>
          <a:noFill/>
          <a:ln w="12700">
            <a:solidFill>
              <a:srgbClr val="C20CA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48640" y="1554480"/>
            <a:ext cx="11109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0B0A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Protein sequence and function database providing domain architecture, post-translational modifications, and subcellular localization data critical for druggability assessment.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48640" y="2148840"/>
            <a:ext cx="11109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C20CA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Example: </a:t>
            </a:r>
            <a:r>
              <a:rPr lang="en-US" sz="950" i="1" dirty="0">
                <a:solidFill>
                  <a:srgbClr val="4444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Sapphire queries UniProt for protein domain and localization data (Prompt #12), determining whether subcellular compartment predicts Optopatch phenotype direction.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65760" y="2916936"/>
            <a:ext cx="11475720" cy="1664208"/>
          </a:xfrm>
          <a:prstGeom prst="roundRect">
            <a:avLst>
              <a:gd name="adj" fmla="val 4396"/>
            </a:avLst>
          </a:prstGeom>
          <a:solidFill>
            <a:srgbClr val="F8F7FC"/>
          </a:solidFill>
          <a:ln w="6350">
            <a:solidFill>
              <a:srgbClr val="E8E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48640" y="2980944"/>
            <a:ext cx="11109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20CA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ClinVar</a:t>
            </a:r>
            <a:r>
              <a:rPr lang="en-US" sz="950" dirty="0">
                <a:solidFill>
                  <a:srgbClr val="88888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Referenced in 9 of 100 pipelines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3282696"/>
            <a:ext cx="1828800" cy="0"/>
          </a:xfrm>
          <a:prstGeom prst="line">
            <a:avLst/>
          </a:prstGeom>
          <a:noFill/>
          <a:ln w="12700">
            <a:solidFill>
              <a:srgbClr val="C20CA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48640" y="3328416"/>
            <a:ext cx="11109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0B0A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Archive of genomic variant-disease relationships cataloging pathogenic variants in DEE genes. Enables patient population estimation per cluster and VUS functional prediction.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48640" y="3922776"/>
            <a:ext cx="11109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C20CA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Example: </a:t>
            </a:r>
            <a:r>
              <a:rPr lang="en-US" sz="950" i="1" dirty="0">
                <a:solidFill>
                  <a:srgbClr val="4444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Sapphire queries ClinVar for all pathogenic/likely pathogenic variants per cluster (Prompt #76), estimating total patient population size per functional cluster.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365760" y="4690872"/>
            <a:ext cx="11475720" cy="1664208"/>
          </a:xfrm>
          <a:prstGeom prst="roundRect">
            <a:avLst>
              <a:gd name="adj" fmla="val 4396"/>
            </a:avLst>
          </a:prstGeom>
          <a:solidFill>
            <a:srgbClr val="F8F7FC"/>
          </a:solidFill>
          <a:ln w="6350">
            <a:solidFill>
              <a:srgbClr val="E8E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48640" y="4754880"/>
            <a:ext cx="11109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20CA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Allen Brain Atlas</a:t>
            </a:r>
            <a:r>
              <a:rPr lang="en-US" sz="950" dirty="0">
                <a:solidFill>
                  <a:srgbClr val="88888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Referenced in 7 of 100 pipelines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548640" y="5056632"/>
            <a:ext cx="1828800" cy="0"/>
          </a:xfrm>
          <a:prstGeom prst="line">
            <a:avLst/>
          </a:prstGeom>
          <a:noFill/>
          <a:ln w="12700">
            <a:solidFill>
              <a:srgbClr val="C20CA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548640" y="5102352"/>
            <a:ext cx="11109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0B0A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Spatiotemporal brain gene expression database providing cell-type-specific and developmental expression data for DEE genes, validating neuronal context of Optopatch findings.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48640" y="5696712"/>
            <a:ext cx="11109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C20CA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Example: </a:t>
            </a:r>
            <a:r>
              <a:rPr lang="en-US" sz="950" i="1" dirty="0">
                <a:solidFill>
                  <a:srgbClr val="4444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Sapphire queries the Allen Brain Atlas to evaluate brain-region and cell-type expression specificity of nominated therapeutic targets (Prompt #40).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5001" y="346558"/>
            <a:ext cx="1609344" cy="406908"/>
          </a:xfrm>
          <a:prstGeom prst="roundRect">
            <a:avLst>
              <a:gd name="adj" fmla="val 15730"/>
            </a:avLst>
          </a:prstGeom>
          <a:ln w="9525">
            <a:solidFill>
              <a:srgbClr val="7300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35001" y="346558"/>
            <a:ext cx="1609344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B0A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Sapphire GraphDB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935785" y="173736"/>
            <a:ext cx="10042855" cy="7635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1600" dirty="0">
                <a:solidFill>
                  <a:srgbClr val="0B0A2B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Priority External Data Sources for Common Nodes Workflows</a:t>
            </a:r>
            <a:r>
              <a:rPr lang="en-US" sz="1600" i="1" dirty="0">
                <a:solidFill>
                  <a:srgbClr val="C20CA9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 – Functional Ontologies &amp; Phenotype (Ranked 16–18)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50854" y="6462979"/>
            <a:ext cx="762610" cy="3099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B0A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</a:t>
            </a:r>
            <a:endParaRPr lang="en-US" sz="900" dirty="0"/>
          </a:p>
        </p:txBody>
      </p:sp>
      <p:pic>
        <p:nvPicPr>
          <p:cNvPr id="6" name="Image 0" descr="/sessions/youthful-vigilant-planck/quiv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50040" y="6537960"/>
            <a:ext cx="194767" cy="15544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65760" y="1143000"/>
            <a:ext cx="11475720" cy="1664208"/>
          </a:xfrm>
          <a:prstGeom prst="roundRect">
            <a:avLst>
              <a:gd name="adj" fmla="val 4396"/>
            </a:avLst>
          </a:prstGeom>
          <a:solidFill>
            <a:srgbClr val="F8F7FC"/>
          </a:solidFill>
          <a:ln w="6350">
            <a:solidFill>
              <a:srgbClr val="E8E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48640" y="1207008"/>
            <a:ext cx="11109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1D3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Gene Ontology (GO)</a:t>
            </a:r>
            <a:r>
              <a:rPr lang="en-US" sz="950" dirty="0">
                <a:solidFill>
                  <a:srgbClr val="88888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Referenced in 6 of 100 pipelines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1508760"/>
            <a:ext cx="1828800" cy="0"/>
          </a:xfrm>
          <a:prstGeom prst="line">
            <a:avLst/>
          </a:prstGeom>
          <a:noFill/>
          <a:ln w="12700">
            <a:solidFill>
              <a:srgbClr val="F51D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48640" y="1554480"/>
            <a:ext cx="11109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0B0A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Standardized vocabulary and annotation database for gene function, biological process, and cellular component classifications used in enrichment analysis of cluster gene sets.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48640" y="2148840"/>
            <a:ext cx="11109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51D3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Example: </a:t>
            </a:r>
            <a:r>
              <a:rPr lang="en-US" sz="950" i="1" dirty="0">
                <a:solidFill>
                  <a:srgbClr val="4444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Sapphire queries GO molecular function annotations to map AP waveform-altering genes to specific ion channel subtypes (Prompt #7).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65760" y="2916936"/>
            <a:ext cx="11475720" cy="1664208"/>
          </a:xfrm>
          <a:prstGeom prst="roundRect">
            <a:avLst>
              <a:gd name="adj" fmla="val 4396"/>
            </a:avLst>
          </a:prstGeom>
          <a:solidFill>
            <a:srgbClr val="F8F7FC"/>
          </a:solidFill>
          <a:ln w="6350">
            <a:solidFill>
              <a:srgbClr val="E8E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48640" y="2980944"/>
            <a:ext cx="11109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1D3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InterPro</a:t>
            </a:r>
            <a:r>
              <a:rPr lang="en-US" sz="950" dirty="0">
                <a:solidFill>
                  <a:srgbClr val="88888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Referenced in 6 of 100 pipelines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3282696"/>
            <a:ext cx="1828800" cy="0"/>
          </a:xfrm>
          <a:prstGeom prst="line">
            <a:avLst/>
          </a:prstGeom>
          <a:noFill/>
          <a:ln w="12700">
            <a:solidFill>
              <a:srgbClr val="F51D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48640" y="3328416"/>
            <a:ext cx="11109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0B0A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Protein domain and family classification database integrating signatures from Pfam, PROSITE, and other resources. Used to identify shared structural motifs within functional clusters.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48640" y="3922776"/>
            <a:ext cx="11109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51D3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Example: </a:t>
            </a:r>
            <a:r>
              <a:rPr lang="en-US" sz="950" i="1" dirty="0">
                <a:solidFill>
                  <a:srgbClr val="4444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Sapphire queries InterPro/Pfam to determine whether shared domain architecture predicts co-clustering of DEE genes (Prompt #24).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365760" y="4690872"/>
            <a:ext cx="11475720" cy="1664208"/>
          </a:xfrm>
          <a:prstGeom prst="roundRect">
            <a:avLst>
              <a:gd name="adj" fmla="val 4396"/>
            </a:avLst>
          </a:prstGeom>
          <a:solidFill>
            <a:srgbClr val="F8F7FC"/>
          </a:solidFill>
          <a:ln w="6350">
            <a:solidFill>
              <a:srgbClr val="E8E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48640" y="4754880"/>
            <a:ext cx="11109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1D3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HPO</a:t>
            </a:r>
            <a:r>
              <a:rPr lang="en-US" sz="950" dirty="0">
                <a:solidFill>
                  <a:srgbClr val="88888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Referenced in 6 of 100 pipelines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548640" y="5056632"/>
            <a:ext cx="1828800" cy="0"/>
          </a:xfrm>
          <a:prstGeom prst="line">
            <a:avLst/>
          </a:prstGeom>
          <a:noFill/>
          <a:ln w="12700">
            <a:solidFill>
              <a:srgbClr val="F51D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548640" y="5102352"/>
            <a:ext cx="11109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0B0A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Human Phenotype Ontology providing standardized clinical phenotype terms for genetic diseases. Enables systematic comparison of clinical features across DEE genes within clusters.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48640" y="5696712"/>
            <a:ext cx="11109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51D3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Example: </a:t>
            </a:r>
            <a:r>
              <a:rPr lang="en-US" sz="950" i="1" dirty="0">
                <a:solidFill>
                  <a:srgbClr val="44444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Sapphire queries HPO to extract standardized seizure types, developmental features, and EEG patterns for cluster-clinical correlation analysis (Prompt #22).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7E00C8"/>
            </a:gs>
            <a:gs pos="100000">
              <a:srgbClr val="D500AE"/>
            </a:gs>
          </a:gsLst>
          <a:lin ang="5400012" scaled="0"/>
        </a:gradFill>
        <a:effectLst/>
      </p:bgPr>
    </p:bg>
    <p:spTree>
      <p:nvGrpSpPr>
        <p:cNvPr id="1" name="Shape 862">
          <a:extLst>
            <a:ext uri="{FF2B5EF4-FFF2-40B4-BE49-F238E27FC236}">
              <a16:creationId xmlns:a16="http://schemas.microsoft.com/office/drawing/2014/main" id="{2BB3E087-D2C7-CFC4-7E59-0EAA8731A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3" name="Google Shape;863;p43" descr="A colorful logo with black background&#10;&#10;AI-generated content may be incorrect.">
            <a:extLst>
              <a:ext uri="{FF2B5EF4-FFF2-40B4-BE49-F238E27FC236}">
                <a16:creationId xmlns:a16="http://schemas.microsoft.com/office/drawing/2014/main" id="{94FFB0BB-CF33-5E9A-41BD-A115AF50278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25827" t="5879" r="14538" b="33444"/>
          <a:stretch/>
        </p:blipFill>
        <p:spPr>
          <a:xfrm>
            <a:off x="1" y="1"/>
            <a:ext cx="8425833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864" name="Google Shape;864;p43">
            <a:extLst>
              <a:ext uri="{FF2B5EF4-FFF2-40B4-BE49-F238E27FC236}">
                <a16:creationId xmlns:a16="http://schemas.microsoft.com/office/drawing/2014/main" id="{C0ECC962-6AE8-1233-E8B2-4B4A3A8AD2CF}"/>
              </a:ext>
            </a:extLst>
          </p:cNvPr>
          <p:cNvSpPr txBox="1"/>
          <p:nvPr/>
        </p:nvSpPr>
        <p:spPr>
          <a:xfrm>
            <a:off x="235233" y="4806413"/>
            <a:ext cx="1758400" cy="20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4000" tIns="0" rIns="144000" bIns="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sz="106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69390C-44A4-71ED-BEBD-8CA15682C8B4}"/>
              </a:ext>
            </a:extLst>
          </p:cNvPr>
          <p:cNvSpPr txBox="1"/>
          <p:nvPr/>
        </p:nvSpPr>
        <p:spPr>
          <a:xfrm>
            <a:off x="403954" y="2888460"/>
            <a:ext cx="10949077" cy="1081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3833" tIns="60933" rIns="121900" bIns="60933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/>
            </a:defPPr>
            <a:lvl1pPr marR="0" lvl="0" indent="0" defTabSz="1219170"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B0A2B"/>
              </a:buClr>
              <a:buSzPts val="2800"/>
              <a:buFont typeface="Poppins"/>
              <a:buNone/>
              <a:tabLst/>
              <a:defRPr kumimoji="0" sz="2400" b="0" i="1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Medium"/>
                <a:ea typeface="Poppins Medium"/>
                <a:cs typeface="Poppins Medium"/>
              </a:defRPr>
            </a:lvl1pPr>
            <a:lvl2pPr>
              <a:lnSpc>
                <a:spcPct val="110000"/>
              </a:lnSpc>
              <a:buClr>
                <a:schemeClr val="dk1"/>
              </a:buClr>
              <a:buSzPts val="1200"/>
              <a:buFont typeface="Poppins Medium"/>
              <a:buNone/>
              <a:defRPr sz="1200">
                <a:solidFill>
                  <a:schemeClr val="dk1"/>
                </a:solidFill>
                <a:latin typeface="Poppins Medium"/>
                <a:ea typeface="Poppins Medium"/>
                <a:cs typeface="Poppins Medium"/>
              </a:defRPr>
            </a:lvl2pPr>
            <a:lvl3pPr>
              <a:lnSpc>
                <a:spcPct val="110000"/>
              </a:lnSpc>
              <a:buClr>
                <a:schemeClr val="dk1"/>
              </a:buClr>
              <a:buSzPts val="1200"/>
              <a:buFont typeface="Poppins Medium"/>
              <a:buNone/>
              <a:defRPr sz="1200">
                <a:solidFill>
                  <a:schemeClr val="dk1"/>
                </a:solidFill>
                <a:latin typeface="Poppins Medium"/>
                <a:ea typeface="Poppins Medium"/>
                <a:cs typeface="Poppins Medium"/>
              </a:defRPr>
            </a:lvl3pPr>
            <a:lvl4pPr>
              <a:lnSpc>
                <a:spcPct val="110000"/>
              </a:lnSpc>
              <a:buClr>
                <a:schemeClr val="dk1"/>
              </a:buClr>
              <a:buSzPts val="1200"/>
              <a:buFont typeface="Poppins Medium"/>
              <a:buNone/>
              <a:defRPr sz="1200">
                <a:solidFill>
                  <a:schemeClr val="dk1"/>
                </a:solidFill>
                <a:latin typeface="Poppins Medium"/>
                <a:ea typeface="Poppins Medium"/>
                <a:cs typeface="Poppins Medium"/>
              </a:defRPr>
            </a:lvl4pPr>
            <a:lvl5pPr>
              <a:lnSpc>
                <a:spcPct val="110000"/>
              </a:lnSpc>
              <a:buClr>
                <a:schemeClr val="dk1"/>
              </a:buClr>
              <a:buSzPts val="1200"/>
              <a:buFont typeface="Poppins Medium"/>
              <a:buNone/>
              <a:defRPr sz="1200">
                <a:solidFill>
                  <a:schemeClr val="dk1"/>
                </a:solidFill>
                <a:latin typeface="Poppins Medium"/>
                <a:ea typeface="Poppins Medium"/>
                <a:cs typeface="Poppins Medium"/>
              </a:defRPr>
            </a:lvl5pPr>
            <a:lvl6pPr>
              <a:lnSpc>
                <a:spcPct val="110000"/>
              </a:lnSpc>
              <a:buClr>
                <a:schemeClr val="dk1"/>
              </a:buClr>
              <a:buSzPts val="1200"/>
              <a:buFont typeface="Poppins Medium"/>
              <a:buNone/>
              <a:defRPr sz="1200">
                <a:solidFill>
                  <a:schemeClr val="dk1"/>
                </a:solidFill>
                <a:latin typeface="Poppins Medium"/>
                <a:ea typeface="Poppins Medium"/>
                <a:cs typeface="Poppins Medium"/>
              </a:defRPr>
            </a:lvl6pPr>
            <a:lvl7pPr>
              <a:lnSpc>
                <a:spcPct val="110000"/>
              </a:lnSpc>
              <a:buClr>
                <a:schemeClr val="dk1"/>
              </a:buClr>
              <a:buSzPts val="1200"/>
              <a:buFont typeface="Poppins Medium"/>
              <a:buNone/>
              <a:defRPr sz="1200">
                <a:solidFill>
                  <a:schemeClr val="dk1"/>
                </a:solidFill>
                <a:latin typeface="Poppins Medium"/>
                <a:ea typeface="Poppins Medium"/>
                <a:cs typeface="Poppins Medium"/>
              </a:defRPr>
            </a:lvl7pPr>
            <a:lvl8pPr>
              <a:lnSpc>
                <a:spcPct val="110000"/>
              </a:lnSpc>
              <a:buClr>
                <a:schemeClr val="dk1"/>
              </a:buClr>
              <a:buSzPts val="1200"/>
              <a:buFont typeface="Poppins Medium"/>
              <a:buNone/>
              <a:defRPr sz="1200">
                <a:solidFill>
                  <a:schemeClr val="dk1"/>
                </a:solidFill>
                <a:latin typeface="Poppins Medium"/>
                <a:ea typeface="Poppins Medium"/>
                <a:cs typeface="Poppins Medium"/>
              </a:defRPr>
            </a:lvl8pPr>
            <a:lvl9pPr>
              <a:lnSpc>
                <a:spcPct val="110000"/>
              </a:lnSpc>
              <a:buClr>
                <a:schemeClr val="dk1"/>
              </a:buClr>
              <a:buSzPts val="1200"/>
              <a:buFont typeface="Poppins Medium"/>
              <a:buNone/>
              <a:defRPr sz="1200">
                <a:solidFill>
                  <a:schemeClr val="dk1"/>
                </a:solidFill>
                <a:latin typeface="Poppins Medium"/>
                <a:ea typeface="Poppins Medium"/>
                <a:cs typeface="Poppins Medium"/>
              </a:defRPr>
            </a:lvl9pPr>
          </a:lstStyle>
          <a:p>
            <a:pPr marL="0" marR="0" lvl="0" indent="0" algn="l" defTabSz="121917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B0A2B"/>
              </a:buClr>
              <a:buSzPts val="2800"/>
              <a:buFont typeface="Poppins"/>
              <a:buNone/>
              <a:tabLst/>
              <a:defRPr/>
            </a:pPr>
            <a:r>
              <a:rPr kumimoji="0" lang="en-US" sz="2400" b="0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Medium"/>
                <a:cs typeface="Poppins Medium"/>
                <a:sym typeface="Arial"/>
              </a:rPr>
              <a:t>Example Queries for DEE Common Nodes Data</a:t>
            </a:r>
            <a:endParaRPr kumimoji="0" lang="en-US" sz="2400" b="0" i="1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 Medium"/>
              <a:cs typeface="Poppins Medium"/>
              <a:sym typeface="Poppins Medium"/>
            </a:endParaRPr>
          </a:p>
        </p:txBody>
      </p:sp>
    </p:spTree>
    <p:extLst>
      <p:ext uri="{BB962C8B-B14F-4D97-AF65-F5344CB8AC3E}">
        <p14:creationId xmlns:p14="http://schemas.microsoft.com/office/powerpoint/2010/main" val="2933026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Simple Light">
  <a:themeElements>
    <a:clrScheme name="Simple Light">
      <a:dk1>
        <a:srgbClr val="0B0A2B"/>
      </a:dk1>
      <a:lt1>
        <a:srgbClr val="FFFFFF"/>
      </a:lt1>
      <a:dk2>
        <a:srgbClr val="7300BF"/>
      </a:dk2>
      <a:lt2>
        <a:srgbClr val="9C02FA"/>
      </a:lt2>
      <a:accent1>
        <a:srgbClr val="CAA1FF"/>
      </a:accent1>
      <a:accent2>
        <a:srgbClr val="C20CA9"/>
      </a:accent2>
      <a:accent3>
        <a:srgbClr val="FF85FF"/>
      </a:accent3>
      <a:accent4>
        <a:srgbClr val="FEEBFF"/>
      </a:accent4>
      <a:accent5>
        <a:srgbClr val="F51D3F"/>
      </a:accent5>
      <a:accent6>
        <a:srgbClr val="F9788B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1331</Words>
  <Application>Microsoft Macintosh PowerPoint</Application>
  <PresentationFormat>Widescreen</PresentationFormat>
  <Paragraphs>90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8" baseType="lpstr">
      <vt:lpstr>Arial</vt:lpstr>
      <vt:lpstr>Franklin Gothic Book</vt:lpstr>
      <vt:lpstr>Helvetica Neue</vt:lpstr>
      <vt:lpstr>Libre Franklin</vt:lpstr>
      <vt:lpstr>Poppins</vt:lpstr>
      <vt:lpstr>Poppins Medium</vt:lpstr>
      <vt:lpstr>Poppins SemiBold</vt:lpstr>
      <vt:lpstr>Office Theme</vt:lpstr>
      <vt:lpstr>1_Simple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James Fink</cp:lastModifiedBy>
  <cp:revision>2</cp:revision>
  <dcterms:created xsi:type="dcterms:W3CDTF">2026-03-25T22:10:12Z</dcterms:created>
  <dcterms:modified xsi:type="dcterms:W3CDTF">2026-03-25T22:48:03Z</dcterms:modified>
</cp:coreProperties>
</file>