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609344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5001" y="346558"/>
            <a:ext cx="160934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GraphDB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35785" y="173736"/>
            <a:ext cx="10042855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Priority External Data Sources for Common Nodes Workflows</a:t>
            </a:r>
            <a:pPr indent="0" marL="0">
              <a:lnSpc>
                <a:spcPct val="90000"/>
              </a:lnSpc>
              <a:buNone/>
            </a:pP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Network Analysis &amp; Visualization (Ranked 1–6)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900" dirty="0"/>
          </a:p>
        </p:txBody>
      </p:sp>
      <p:pic>
        <p:nvPicPr>
          <p:cNvPr id="6" name="Image 0" descr="/sessions/youthful-vigilant-planck/quiv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18 tools by frequency of reference across 100 Angelini Common Nodes pipeline workflows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50876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581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Cytoscape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(27 pipelines)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89280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Open-source network visualization platform essential for mapping protein-protein interactions, gene regulatory networks, and functional cluster relationships among the 131 DEE genes. Enables visual exploration of common node connectivity.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01752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0906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STRING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(19 pipelines)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340156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Protein-protein interaction database that provides confidence-scored interaction networks for DEE gene products. Critical for determining whether genes within Angelini functional clusters physically interact or share signaling complexes.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52628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45994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PubMed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(19 pipelines)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" y="491032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Biomedical literature database used to retrieve published electrophysiology data, genotype-phenotype correlations, and clinical studies for DEE genes. Validates Optopatch findings against the broader scientific literature.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63640" y="150876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1581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Plotly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(18 pipelines)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0" y="189280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Interactive data visualization library for generating dynamic plots of functional fingerprints, dose-response curves, PCA projections, and cluster assignments. Enables stakeholder-facing dashboards for Angelini data exploration.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63640" y="301752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30906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scikit-learn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(16 pipelines)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0800" y="340156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Machine learning toolkit used for hierarchical clustering, PCA, classification of functional phenotypes, and predictive modeling of cluster membership from transcriptomic features across the 131 DEE gene screen.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63640" y="452628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45994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02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Reactome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(15 pipelines)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0" y="491032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Curated biological pathway database for enrichment analysis of DEE gene functional clusters. Identifies convergent pathway dysregulation within common nodes and nominates druggable pathway targets for therapeutic intervention.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609344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5001" y="346558"/>
            <a:ext cx="160934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GraphDB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35785" y="173736"/>
            <a:ext cx="10042855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Priority External Data Sources for Common Nodes Workflows</a:t>
            </a:r>
            <a:pPr indent="0" marL="0">
              <a:lnSpc>
                <a:spcPct val="90000"/>
              </a:lnSpc>
              <a:buNone/>
            </a:pP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Pharmacology &amp; Target Databases (Ranked 7–12)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900" dirty="0"/>
          </a:p>
        </p:txBody>
      </p:sp>
      <p:pic>
        <p:nvPicPr>
          <p:cNvPr id="6" name="Image 0" descr="/sessions/youthful-vigilant-planck/quiv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18 tools by frequency of reference across 100 Angelini Common Nodes pipeline workflows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50876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581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ChEMBL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(12 pipelines)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89280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Bioactivity database of drug-like molecules linking compound structures to biological targets. Essential for identifying existing pharmacological tools, performing target deconvolution, and assessing druggability of common node targets.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01752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0906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igraph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(12 pipelines)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340156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Network analysis library for computing graph metrics (centrality, modularity, community detection) on PPI networks and co-expression modules derived from the Angelini RNA-seq and functional clustering data.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52628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45994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ClinicalTrials.gov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(11 pipelines)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" y="491032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Registry of clinical studies used to identify ongoing or completed trials targeting genes within each functional cluster. Informs competitive landscape analysis and drug repurposing opportunities for DEE common nodes.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63640" y="150876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1581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DrugBank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(10 pipelines)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0" y="189280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Comprehensive drug-target database linking FDA-approved drugs to molecular targets. Enables systematic identification of repurposing candidates for DEE functional clusters based on existing approved therapeutics.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63640" y="301752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30906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OMIM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(10 pipelines)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0800" y="340156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Online Mendelian Inheritance in Man catalog providing authoritative genotype-phenotype relationships, inheritance patterns, and clinical descriptions for all 131 DEE genes in the Angelini screen.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63640" y="452628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45994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0CA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KEGG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(10 pipelines)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0" y="491032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Pathway and molecular interaction database for mapping DEE genes to biological systems. Complements Reactome for pathway enrichment analysis and identification of shared molecular mechanisms within functional clusters.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5001" y="346558"/>
            <a:ext cx="1609344" cy="406908"/>
          </a:xfrm>
          <a:prstGeom prst="roundRect">
            <a:avLst>
              <a:gd name="adj" fmla="val 15730"/>
            </a:avLst>
          </a:prstGeom>
          <a:ln w="9525">
            <a:solidFill>
              <a:srgbClr val="7300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5001" y="346558"/>
            <a:ext cx="160934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Sapphire GraphDB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35785" y="173736"/>
            <a:ext cx="10042855" cy="763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B0A2B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Priority External Data Sources for Common Nodes Workflows</a:t>
            </a:r>
            <a:pPr indent="0" marL="0">
              <a:lnSpc>
                <a:spcPct val="90000"/>
              </a:lnSpc>
              <a:buNone/>
            </a:pPr>
            <a:r>
              <a:rPr lang="en-US" sz="1600" i="1" dirty="0">
                <a:solidFill>
                  <a:srgbClr val="C20CA9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 – Genomics &amp; Enrichment Analysis (Ranked 13–18)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50854" y="6462979"/>
            <a:ext cx="762610" cy="3099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900" dirty="0"/>
          </a:p>
        </p:txBody>
      </p:sp>
      <p:pic>
        <p:nvPicPr>
          <p:cNvPr id="6" name="Image 0" descr="/sessions/youthful-vigilant-planck/quiver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040" y="6537960"/>
            <a:ext cx="194767" cy="155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05156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Top 18 tools by frequency of reference across 100 Angelini Common Nodes pipeline workflows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50876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581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Ensembl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(10 pipelines)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189280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Genome annotation database providing gene structures, transcript variants, and regulatory features for DEE genes. Powers variant effect prediction and cross-references with CRISPRn guide RNA design data.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01752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0906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PubChem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(10 pipelines)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340156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Chemical compound database linking molecular structures to bioassay data. Used to characterize hit compounds from Angelini phenotypic screens and cross-reference with Quiver's 14k compound library annotations.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52628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45994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NCBI Gene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(10 pipelines)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" y="491032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Comprehensive gene information resource providing functional annotations, expression data, orthologs, and cross-database links for all DEE genes under investigation in the Angelini collaboration.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63640" y="150876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15819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UniProt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(9 pipelines)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400800" y="189280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Protein sequence and function database providing domain architecture, post-translational modifications, and subcellular localization data for DEE gene products. Informs structure-based druggability assessments.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63640" y="301752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30906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ClinVar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(9 pipelines)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0800" y="340156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Archive of genomic variant-disease relationships cataloging pathogenic and likely pathogenic variants in DEE genes. Enables patient population estimation per functional cluster and VUS functional prediction.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63640" y="452628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8F7FC"/>
          </a:solidFill>
          <a:ln w="6350">
            <a:solidFill>
              <a:srgbClr val="E8E6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45994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1D3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GSEA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(9 pipelines)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400800" y="4910328"/>
            <a:ext cx="5303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B0A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 Set Enrichment Analysis tool for identifying coordinated pathway-level changes in Angelini RNA-seq data. Detects convergent transcriptional signatures across DEE gene knockouts within common nodes.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2026-03-25T21:58:11Z</dcterms:created>
  <dcterms:modified xsi:type="dcterms:W3CDTF">2026-03-25T21:58:11Z</dcterms:modified>
</cp:coreProperties>
</file>