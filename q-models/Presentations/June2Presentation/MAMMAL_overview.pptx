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uiver_logo_sli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65760"/>
            <a:ext cx="1920240" cy="1678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16916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Evaluating IBM MAMMAL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Quiver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29768" y="3017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Does it work on our problems — out of the box?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9768" y="352958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3E3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tool  ·  occasional enrichment  ·  or Sapphire's shared latent-space layer?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29768" y="4434840"/>
            <a:ext cx="3200400" cy="365760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Rohan Aryagondi   ·   June 2026</a:t>
            </a:r>
            <a:endParaRPr lang="en-US" sz="1150" dirty="0"/>
          </a:p>
        </p:txBody>
      </p:sp>
      <p:pic>
        <p:nvPicPr>
          <p:cNvPr id="7" name="Image 1" descr="quiver_emble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10896"/>
            <a:ext cx="7132320" cy="566928"/>
          </a:xfrm>
          <a:prstGeom prst="roundRect">
            <a:avLst>
              <a:gd name="adj" fmla="val 16129"/>
            </a:avLst>
          </a:prstGeom>
          <a:ln w="19050">
            <a:solidFill>
              <a:srgbClr val="9C02FA"/>
            </a:solidFill>
          </a:ln>
        </p:spPr>
        <p:txBody>
          <a:bodyPr wrap="square" lIns="25400" tIns="127000" rIns="127000" bIns="254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MAMMAL 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Foundation model, 458M params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IBM biomedical model biomed.omics.bl.sm.ma-ted-458m.</a:t>
            </a:r>
            <a:endParaRPr lang="en-US" sz="1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2B+ samples, 3 modalities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proteins, small molecules, single-cell genes.</a:t>
            </a:r>
            <a:endParaRPr lang="en-US" sz="1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One model, many tasks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a prompt syntax that does classify / regress / generate, within or across modalities.</a:t>
            </a:r>
            <a:endParaRPr lang="en-US" sz="1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Base model + 9 task heads</a:t>
            </a:r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the public release; the paper's antibody-design &amp; PPI-generation heads are not public.</a:t>
            </a:r>
            <a:endParaRPr lang="en-US" sz="1600" dirty="0"/>
          </a:p>
        </p:txBody>
      </p:sp>
      <p:pic>
        <p:nvPicPr>
          <p:cNvPr id="4" name="Image 0" descr="quiver_emblem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46177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10896"/>
            <a:ext cx="7132320" cy="566928"/>
          </a:xfrm>
          <a:prstGeom prst="roundRect">
            <a:avLst>
              <a:gd name="adj" fmla="val 16129"/>
            </a:avLst>
          </a:prstGeom>
          <a:ln w="19050">
            <a:solidFill>
              <a:srgbClr val="9C02FA"/>
            </a:solidFill>
          </a:ln>
        </p:spPr>
        <p:txBody>
          <a:bodyPr wrap="square" lIns="25400" tIns="127000" rIns="127000" bIns="254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I've done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Tested it on our tasks, not leaderboards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Phases 0–6 plus an in-house fine-tune pilot on AWS (~$0.80).</a:t>
            </a:r>
            <a:endParaRPr lang="en-US" sz="1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Confirmed the paper is honest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every public head reproduces: DTI NRMSE 0.88, BBBP 0.968, TCR 0.931, ClinTox ~1.0.</a:t>
            </a:r>
            <a:endParaRPr lang="en-US" sz="1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Built the Quiver MAMMAL Explorer</a:t>
            </a:r>
            <a:pPr indent="0" marL="0">
              <a:lnSpc>
                <a:spcPct val="104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a UI exposing every public head with our empirical reliability verdict on each prediction.</a:t>
            </a:r>
            <a:endParaRPr lang="en-US" sz="1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Meta-lesson</a:t>
            </a:r>
            <a:pPr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naive eval gives false negatives; we flipped our own conclusions 3× by fixing the I/O, not the model.</a:t>
            </a:r>
            <a:endParaRPr lang="en-US" sz="1600" dirty="0"/>
          </a:p>
        </p:txBody>
      </p:sp>
      <p:pic>
        <p:nvPicPr>
          <p:cNvPr id="4" name="Image 0" descr="quiver_emblem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46177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10896"/>
            <a:ext cx="7132320" cy="566928"/>
          </a:xfrm>
          <a:prstGeom prst="roundRect">
            <a:avLst>
              <a:gd name="adj" fmla="val 16129"/>
            </a:avLst>
          </a:prstGeom>
          <a:ln w="19050">
            <a:solidFill>
              <a:srgbClr val="9C02FA"/>
            </a:solidFill>
          </a:ln>
        </p:spPr>
        <p:txBody>
          <a:bodyPr wrap="square" lIns="25400" tIns="127000" rIns="127000" bIns="254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it's GOOD at — by UI category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Protein / gene embeddings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places same-family proteins together (right family retrieved 92% of the time, beating ESM-2 650M's 84%). Use for CRISPR-N clustering and the KG.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Protein solubility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predicts soluble vs not at AUROC 0.83, on par with the dedicated DeepSol model. Calibrated.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TCR–epitope binding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does a T-cell receptor bind a given epitope? AUROC 0.93, calibrated. Immuno-oncology, peripheral to CNS.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Protein–protein interaction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do two proteins interact? Paper-validated; our spot check reads P≈0.95. Reliable for clear cases.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BBB penetrance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AUROC 0.97 looks near-perfect, but it over-calls "crosses" (catches only 70% of non-penetrant drugs) and gives a hard yes/no — so a "crosses" call is a soft positive, never a rule-out.</a:t>
            </a:r>
            <a:endParaRPr lang="en-US" sz="1300" dirty="0"/>
          </a:p>
        </p:txBody>
      </p:sp>
      <p:pic>
        <p:nvPicPr>
          <p:cNvPr id="4" name="Image 0" descr="quiver_emblem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46177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10896"/>
            <a:ext cx="7863840" cy="566928"/>
          </a:xfrm>
          <a:prstGeom prst="roundRect">
            <a:avLst>
              <a:gd name="adj" fmla="val 16129"/>
            </a:avLst>
          </a:prstGeom>
          <a:ln w="19050">
            <a:solidFill>
              <a:srgbClr val="9C02FA"/>
            </a:solidFill>
          </a:ln>
        </p:spPr>
        <p:txBody>
          <a:bodyPr wrap="square" lIns="25400" tIns="127000" rIns="127000" bIns="254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it's BAD at — by UI category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Drug–target binding (DTI)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not a single-target binding oracle: on one target, binders score no better than random decoys (Nav1.8, mTOR); only coarse cross-target ranking (Spearman 0.43); suzetrigine→Nav1.8 fails.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Clinical toxicity (ClinTox)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memorizes its training toxics: 0% sensitivity to external ones (misses cerivastatin, terfenadine, thalidomide). Don't gate on it.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Molecule generation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span-infill only: grammar-valid analogs, 1/8 exact recovery, no de-novo design. The paper's design heads aren't public.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Cross-modal embeddings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protein &amp; SMILES vectors are near-orthogonal (cosine 0.08); no shared space where a target and its ligands are neighbors. The Sapphire "shared latent space" pitch is falsified.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FDA approval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~94% of the benchmark is positive, so an "approved" call carries little information. Sanity-check only.</a:t>
            </a:r>
            <a:endParaRPr lang="en-US" sz="1300" dirty="0"/>
          </a:p>
        </p:txBody>
      </p:sp>
      <p:pic>
        <p:nvPicPr>
          <p:cNvPr id="4" name="Image 0" descr="quiver_emblem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46177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10896"/>
            <a:ext cx="2743200" cy="566928"/>
          </a:xfrm>
          <a:prstGeom prst="roundRect">
            <a:avLst>
              <a:gd name="adj" fmla="val 16129"/>
            </a:avLst>
          </a:prstGeom>
          <a:ln w="19050">
            <a:solidFill>
              <a:srgbClr val="9C02FA"/>
            </a:solidFill>
          </a:ln>
        </p:spPr>
        <p:txBody>
          <a:bodyPr wrap="square" lIns="25400" tIns="127000" rIns="127000" bIns="254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Verdict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2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MAMMAL is </a:t>
            </a:r>
            <a:pPr algn="l" indent="0" marL="0">
              <a:lnSpc>
                <a:spcPct val="106000"/>
              </a:lnSpc>
              <a:buNone/>
            </a:pPr>
            <a:r>
              <a:rPr lang="en-US" sz="22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commodity enrichment, not core infrastructure</a:t>
            </a:r>
            <a:pPr algn="l" indent="0" marL="0">
              <a:lnSpc>
                <a:spcPct val="106000"/>
              </a:lnSpc>
              <a:buNone/>
            </a:pPr>
            <a:r>
              <a:rPr lang="en-US" sz="22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a useful de-risking + representation layer, not a binding oracle.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2788920"/>
            <a:ext cx="8138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Off-the-shelf ≠ moat</a:t>
            </a:r>
            <a:pPr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the moat stays V1-T + functional trace data.</a:t>
            </a:r>
            <a:endParaRPr lang="en-US" sz="15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Fine-tuning only beats IBM where they have no head</a:t>
            </a:r>
            <a:pPr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i.e. Quiver targets (needs Quiver data; same base + same public data = same ceiling).</a:t>
            </a:r>
            <a:endParaRPr lang="en-US" sz="1500" dirty="0"/>
          </a:p>
        </p:txBody>
      </p:sp>
      <p:pic>
        <p:nvPicPr>
          <p:cNvPr id="5" name="Image 0" descr="quiver_emblem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0" y="46177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2026-06-02T17:16:38Z</dcterms:created>
  <dcterms:modified xsi:type="dcterms:W3CDTF">2026-06-02T17:16:38Z</dcterms:modified>
</cp:coreProperties>
</file>