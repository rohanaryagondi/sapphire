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"/>
  </p:notesMasterIdLst>
  <p:sldIdLst>
    <p:sldId id="256" r:id="rId12"/>
    <p:sldId id="257" r:id="rId13"/>
    <p:sldId id="25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FF"/>
    <a:srgbClr val="0A0B2B"/>
    <a:srgbClr val="7300BF"/>
    <a:srgbClr val="F0F0F0"/>
    <a:srgbClr val="2D0068"/>
    <a:srgbClr val="C20CA9"/>
    <a:srgbClr val="F9788B"/>
    <a:srgbClr val="7E00C8"/>
    <a:srgbClr val="D50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732" y="56"/>
      </p:cViewPr>
      <p:guideLst>
        <p:guide orient="horz" pos="8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28800" cy="18288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B9F0F-9FAF-4654-81C0-997662984D1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47EF8-58AC-434E-B401-82DF46772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7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7300BF"/>
            </a:gs>
            <a:gs pos="50000">
              <a:schemeClr val="accent2"/>
            </a:gs>
            <a:gs pos="100000">
              <a:schemeClr val="accent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1;p19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21646EBB-B513-4418-98C2-DDA88E23534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5324" y="171450"/>
            <a:ext cx="4295776" cy="24610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Google Shape;85;p19">
            <a:extLst>
              <a:ext uri="{FF2B5EF4-FFF2-40B4-BE49-F238E27FC236}">
                <a16:creationId xmlns:a16="http://schemas.microsoft.com/office/drawing/2014/main" id="{C9409916-F302-F60A-2BFD-46F837B53905}"/>
              </a:ext>
            </a:extLst>
          </p:cNvPr>
          <p:cNvSpPr/>
          <p:nvPr userDrawn="1"/>
        </p:nvSpPr>
        <p:spPr>
          <a:xfrm>
            <a:off x="4712924" y="4686300"/>
            <a:ext cx="1706675" cy="23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0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" name="Google Shape;86;p19">
            <a:extLst>
              <a:ext uri="{FF2B5EF4-FFF2-40B4-BE49-F238E27FC236}">
                <a16:creationId xmlns:a16="http://schemas.microsoft.com/office/drawing/2014/main" id="{0F0925D2-B458-3186-8A12-1EB42B34AF29}"/>
              </a:ext>
            </a:extLst>
          </p:cNvPr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March 2025</a:t>
            </a:r>
            <a:endParaRPr sz="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Google Shape;84;p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C584577B-E6A2-1481-DB58-89C2C97ABD2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199B41F-6BAD-CF05-6289-16A50765007B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Google Shape;177;p22">
            <a:extLst>
              <a:ext uri="{FF2B5EF4-FFF2-40B4-BE49-F238E27FC236}">
                <a16:creationId xmlns:a16="http://schemas.microsoft.com/office/drawing/2014/main" id="{164DE7FE-9CA0-60B4-B6BE-1EF47824F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9284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44" userDrawn="1">
          <p15:clr>
            <a:srgbClr val="FBAE40"/>
          </p15:clr>
        </p15:guide>
        <p15:guide id="3" orient="horz" pos="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bg>
      <p:bgPr>
        <a:gradFill>
          <a:gsLst>
            <a:gs pos="0">
              <a:srgbClr val="F9788B"/>
            </a:gs>
            <a:gs pos="50000">
              <a:srgbClr val="C20CA9"/>
            </a:gs>
            <a:gs pos="100000">
              <a:srgbClr val="2D006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1;p19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10AA93B-CCC3-BC1F-0F79-D287214039B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29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78B6F-1BC2-56EC-7966-F66EEF04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70" y="825500"/>
            <a:ext cx="8573246" cy="29180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Google Shape;177;p22">
            <a:extLst>
              <a:ext uri="{FF2B5EF4-FFF2-40B4-BE49-F238E27FC236}">
                <a16:creationId xmlns:a16="http://schemas.microsoft.com/office/drawing/2014/main" id="{026BA60A-8471-BBFA-5641-726CD0B074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CD58-051E-0945-0179-DC6C41EAF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434AFC-8803-F114-774A-802BE06C30B7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377656"/>
            <a:ext cx="8503920" cy="33657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693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Blank White Layou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7364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047750"/>
            <a:ext cx="8503920" cy="364050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5015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Freestyl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467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2" y="742950"/>
            <a:ext cx="878363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91F317-F8CF-5DF6-6BE8-7D3F3D09B0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225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0735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7883E-454F-001D-AB73-2703F93E34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012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 userDrawn="1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4775" y="252986"/>
            <a:ext cx="4858826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2279" y="742949"/>
            <a:ext cx="2849216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0359" y="742950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C99FC20-90F7-311A-8234-2AA65F1797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147391" y="742949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00106D-1D23-5131-A7D7-970944ADA8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41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073F04-1418-4550-E3D2-83B61351325D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463" y="252986"/>
            <a:ext cx="4873389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763768-4B02-E837-E0DC-8FCDAE98BBB9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216136"/>
            <a:ext cx="8503920" cy="34340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76BF75E-0B6C-39F5-CB01-3165BA6FA5A7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866432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BE7CF0-78E2-DFE6-9947-C22AB446B8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8DA684B-B59E-6B3F-1CE2-A097189077F6}"/>
              </a:ext>
            </a:extLst>
          </p:cNvPr>
          <p:cNvSpPr/>
          <p:nvPr userDrawn="1"/>
        </p:nvSpPr>
        <p:spPr>
          <a:xfrm flipH="1">
            <a:off x="302154" y="1090668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45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701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52170"/>
            <a:ext cx="8503920" cy="382322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44541-40B9-BAD1-9877-41A156FE618A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C1A4F52-28A5-6E09-3809-367BFBFE6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11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101657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21974" y="87834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4A2DB-0B5C-6D48-A66F-E0145714C18C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76F8E9-804E-7A10-6E5B-FDEDE6716426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F9A66B-90AA-FEDC-7ECC-C92736A49BCD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49197"/>
            <a:ext cx="8503920" cy="339872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6219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673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58D22-2191-DE43-CF41-3C42B6A7E3F8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780258C-05B6-1DB1-91AF-2BC519F255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098405-DDA1-1B6E-0AEE-B8BEC8673E16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7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941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744" userDrawn="1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7565" y="252986"/>
            <a:ext cx="48756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098168"/>
            <a:ext cx="850392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4" y="87338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75A8-2E5B-FB34-B2E6-69E534935C5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3E200A-1F4E-5BB1-5D52-59A812975F6A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27912"/>
            <a:ext cx="8503920" cy="342011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9686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 userDrawn="1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1215" y="252986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906882-30A6-9701-FEA8-AC118A6316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44B5-B2AF-24A3-9029-18E2896DC36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8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780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83835" y="750564"/>
            <a:ext cx="4304346" cy="3997675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9848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65981"/>
            <a:ext cx="3977640" cy="3448495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7929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29437" y="87551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E2A0-ED58-A017-89D1-F72C92F6487E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00600" y="1259632"/>
            <a:ext cx="3977640" cy="340232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9A1E6B-BF7D-3C44-73BE-45BD4D7AAEF0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7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016E4-3696-8FDB-6865-0CBA0D0D0BA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06AF8-14E1-2895-B2C4-779649CDF76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228AA01-B7EF-DF8C-BA95-892D1C03E0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87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4304346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6" y="873001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0216" y="873597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17F77-B8E7-483A-7473-7FD433E5E65D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85A44-CF20-DF73-DBDA-0D9869D700B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5154E8-4F19-1BF0-7A1A-7A10F0BABD18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6AA66ACE-883F-24F5-001A-E61877696BBD}"/>
              </a:ext>
            </a:extLst>
          </p:cNvPr>
          <p:cNvSpPr/>
          <p:nvPr userDrawn="1"/>
        </p:nvSpPr>
        <p:spPr>
          <a:xfrm flipH="1">
            <a:off x="318453" y="109213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EA811B7-1996-6480-197E-FE59888D3F75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19345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701" y="252986"/>
            <a:ext cx="486490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4E21D9-F81F-E47C-CA95-B62D62ECDB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7B1A4-F354-F09E-D22B-8D3EB04DC15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9A41D6-9C54-9F19-56B9-2C3433DDBD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772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325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6600"/>
            <a:ext cx="4304346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36600"/>
            <a:ext cx="4296723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9559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E4DED3E-FEE4-FBFF-8497-921A72AAC344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570852-499F-74BF-A5DC-C7098EA1F543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578C3B-C9D6-A4FF-0747-FE4AEADE4E50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63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3E3207-5037-7780-9CE9-9CA3A1DB8F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1A1BE6-08B1-B72E-587E-71C66D4FF3A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73C8D-9EE2-07A6-281E-0C26925D0A0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902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1CE802E-24AC-CDC9-E04E-357CB4709CE5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 userDrawn="1">
            <p:ph type="title"/>
          </p:nvPr>
        </p:nvSpPr>
        <p:spPr>
          <a:xfrm>
            <a:off x="1090246" y="253694"/>
            <a:ext cx="489342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 userDrawn="1"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93723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64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14B0DC-942D-A092-6680-68ABC7866F3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9E22CA-0759-4A26-32E3-FCEBD3D8F63F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26788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22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FCA27A9-D7F8-C3EC-3DF4-02B31FB70E79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86457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F993C08-F4A2-7C12-EDCB-199EF58358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6AF623-F6CD-E023-519C-A1DCBB449035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6E43FC-1732-FE32-4E4B-2DA7759245A1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632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136601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73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BC8DDD-616C-CC31-8644-D69629738D7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60E462-98F0-C5BA-3107-A7E2F9CABDC1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A0A603-369A-EE16-6838-75D9CB12855F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26EB69F-54AA-8D77-44A9-2F237490E634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48203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387;p31">
            <a:extLst>
              <a:ext uri="{FF2B5EF4-FFF2-40B4-BE49-F238E27FC236}">
                <a16:creationId xmlns:a16="http://schemas.microsoft.com/office/drawing/2014/main" id="{73AE25A3-322F-7F32-D4ED-A9F3D8694824}"/>
              </a:ext>
            </a:extLst>
          </p:cNvPr>
          <p:cNvSpPr/>
          <p:nvPr userDrawn="1"/>
        </p:nvSpPr>
        <p:spPr>
          <a:xfrm flipH="1">
            <a:off x="318453" y="1092135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Google Shape;387;p31">
            <a:extLst>
              <a:ext uri="{FF2B5EF4-FFF2-40B4-BE49-F238E27FC236}">
                <a16:creationId xmlns:a16="http://schemas.microsoft.com/office/drawing/2014/main" id="{BC3C9510-45C6-3163-9CF2-A99455907846}"/>
              </a:ext>
            </a:extLst>
          </p:cNvPr>
          <p:cNvSpPr/>
          <p:nvPr userDrawn="1"/>
        </p:nvSpPr>
        <p:spPr>
          <a:xfrm flipH="1">
            <a:off x="3276283" y="1092131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9" name="Google Shape;387;p31">
            <a:extLst>
              <a:ext uri="{FF2B5EF4-FFF2-40B4-BE49-F238E27FC236}">
                <a16:creationId xmlns:a16="http://schemas.microsoft.com/office/drawing/2014/main" id="{47AA82C4-FD5A-528B-4692-D93D82D2E930}"/>
              </a:ext>
            </a:extLst>
          </p:cNvPr>
          <p:cNvSpPr/>
          <p:nvPr userDrawn="1"/>
        </p:nvSpPr>
        <p:spPr>
          <a:xfrm flipH="1">
            <a:off x="6243946" y="1093258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92567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258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8388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79451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59415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715C5FF-1EE2-8C41-C48A-F5512436C6A4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526711-5492-AF5F-C2A5-724D8805C29B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6A34FE-326D-ED8F-5453-88DA550C7A45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066AD-E4B3-895F-B4BE-92068BE9E0CC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07969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407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CE031DA-A1D0-D9EA-CEF1-B301E56DF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21CAC5-6E9A-95F7-687F-D1C00AE27E42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BCDDFB-8D79-6C55-0C4E-37571F438BA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67B20F-A16E-43BF-CA4B-B58805B7F07B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11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0C3457-840E-F542-273A-FE505D1779C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63ACA0-B307-22B6-74D2-51426AAAF8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512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A69FDC-C8AA-2149-63D2-7A5D0A407AF5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E2E758-F579-879E-E515-115C8F7476CF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249F379-5E0E-3366-51C2-8B9B97D9C4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BD982D-4FA1-3C68-2308-DBE05751F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43660E-1C36-5F02-51E0-28FB1AEB758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281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4077F5-879D-72FA-4D35-8B6932F811E3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970E5D-768D-7F9B-1DFF-15E53B6C5B7A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96882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97241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72646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3D1AD7-F538-4862-5099-B6D904F4DC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B7B2D9-702E-78C9-6B7F-767C4CAA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39572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6F391D-65F2-706A-A637-B1ABB51F793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33837"/>
            <a:ext cx="8495041" cy="13432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312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4DF2C6-8FC6-A6CD-AEE2-1E723BCDEC8A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A319E-08F6-51D1-5194-45A1C950108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054313F-2F90-0FA0-74E1-057979901A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438A88-8377-82FA-6F45-863D3CAC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908050"/>
            <a:ext cx="8495041" cy="173940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0181DC-4555-5626-E73C-A0A51C7F10C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2911829"/>
            <a:ext cx="8495041" cy="17871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01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EB2D69-69CB-087F-4D95-D0ECCF7052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619650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EF42D3-19B6-DB5E-D6A0-112E9B4B86F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87C8EE08-7614-CF89-352C-11745015F145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BD5F0-F6C4-669C-740D-8ADD2A147A27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C6A140C4-ED35-65C1-34C4-A2DCC18D0F8A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083CE3-1D75-9366-1855-D3363B27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FA4560E-CAFF-05A5-112E-8CD651D3044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449270-8420-EAA8-C793-18562EE33419}"/>
              </a:ext>
            </a:extLst>
          </p:cNvPr>
          <p:cNvSpPr>
            <a:spLocks noGrp="1" noChangeAspect="1"/>
          </p:cNvSpPr>
          <p:nvPr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5DBD7F-9A7B-EF2F-F25E-041D256F07F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Google Shape;58;p15">
            <a:extLst>
              <a:ext uri="{FF2B5EF4-FFF2-40B4-BE49-F238E27FC236}">
                <a16:creationId xmlns:a16="http://schemas.microsoft.com/office/drawing/2014/main" id="{56399BB2-149F-61FA-9725-F2D573E2C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0ABDE02-2B7D-7C6F-2766-E6AEF3DFB1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731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72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9BA644-941A-755B-6DD3-63944DE7B6A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259DE0-DFD7-CAD4-84E9-A182D8DCCB58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E9572C-AE2C-E8DA-A0D9-D4B74241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CA08D8-6402-6B8A-42A2-8F3B0F222CC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58;p15">
            <a:extLst>
              <a:ext uri="{FF2B5EF4-FFF2-40B4-BE49-F238E27FC236}">
                <a16:creationId xmlns:a16="http://schemas.microsoft.com/office/drawing/2014/main" id="{00EA4E99-1701-0462-33FD-F0F0167F9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C77D2D-97F9-FB31-F485-47B31DBD5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5619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804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143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31623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18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DD1773-F947-D381-660B-F2EFFD8EB0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0360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 userDrawn="1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C2328A-B222-3398-E85D-482C70E4766D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BB9A6C-D5F5-6B21-7BCE-F1DEB46D886B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98E5EF62-52FA-FEB7-9F05-A34BB107CD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9;p15">
            <a:extLst>
              <a:ext uri="{FF2B5EF4-FFF2-40B4-BE49-F238E27FC236}">
                <a16:creationId xmlns:a16="http://schemas.microsoft.com/office/drawing/2014/main" id="{941FBEE4-3FC1-628D-E436-C52252C5AA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82E890-5C94-7E0C-2F53-925D0F78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914400"/>
            <a:ext cx="2523807" cy="378765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A3A8DC-5A74-C70F-4964-05DE1708AFE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914400"/>
            <a:ext cx="5497263" cy="378765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Google Shape;58;p15">
            <a:extLst>
              <a:ext uri="{FF2B5EF4-FFF2-40B4-BE49-F238E27FC236}">
                <a16:creationId xmlns:a16="http://schemas.microsoft.com/office/drawing/2014/main" id="{2D20440A-1C4A-FB94-1B4E-C3B8EA328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49CD5A-8954-F443-96BB-45DED9753A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107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6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51850"/>
            <a:ext cx="2803207" cy="3991600"/>
          </a:xfrm>
          <a:prstGeom prst="roundRect">
            <a:avLst>
              <a:gd name="adj" fmla="val 421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51850"/>
            <a:ext cx="5838505" cy="39916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77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911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911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CFFA16-912F-1AA8-B96A-7490FEDFD2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BFBE42-3759-BE8B-774B-FA10B7E6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721053-6282-67B2-50D0-944408C1CA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34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2288"/>
          </a:xfrm>
          <a:prstGeom prst="roundRect">
            <a:avLst>
              <a:gd name="adj" fmla="val 447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53F0D45-821D-F830-EFE1-E5F86278B9D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8A8EF2F5-0BBF-B00F-11F8-A8FD89515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BBAD04-94B9-9787-D6CE-612A90F675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50F933-CC52-1023-D908-DE92F7A8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A6C00E-F998-2177-B9FC-52D2EBC928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414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39150"/>
            <a:ext cx="2803207" cy="400430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39150"/>
            <a:ext cx="5838505" cy="40043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0950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A974A5A-E397-9EDD-EFE8-9D879DAF3D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D84644-1592-8B2A-06CB-67FC82DBA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0866CE-B3E4-B3EB-195C-4FFF214D6DD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268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8638"/>
          </a:xfrm>
          <a:prstGeom prst="roundRect">
            <a:avLst>
              <a:gd name="adj" fmla="val 447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863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4FFE8E4-37BD-E9F2-B8A7-D63D4F607F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06D9BC8E-7E07-051F-604F-1C14920622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C30A3F-B889-FFD9-F269-9A4352F37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C5F75B-541A-9EC2-EA60-4235266D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446"/>
            <a:ext cx="2523807" cy="384195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C2F418-8045-23F8-1749-788E0BE5C3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446"/>
            <a:ext cx="5497263" cy="3841958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54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5500"/>
            <a:ext cx="2803207" cy="399795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5500"/>
            <a:ext cx="5838505" cy="399795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143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31539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1395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81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DDC07F-4829-3817-6A3D-E056853C6F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24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D1AF0E9-27DA-011C-2E4C-19976821A7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5E6669-356B-88D0-61EA-506719F4B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5A1932-D47B-A661-22A5-88027823DA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86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51850"/>
            <a:ext cx="2803207" cy="3991600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51850"/>
            <a:ext cx="5838505" cy="3991600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77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8453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53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76E5-AB64-5AA2-1373-F24B76C904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31A726-23F1-3A52-540A-0B9B3FB7A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88B10F5-C54A-C562-ACE9-05F679CD19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45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1EDD10-4B5E-3133-E586-9DC93686E5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7409B2-B37F-4826-92CB-BB9BE9A0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423D7E-C62B-55A6-E44F-0D452AA43CB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65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39150"/>
            <a:ext cx="2803207" cy="400430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39150"/>
            <a:ext cx="5838505" cy="400430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0950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A77A03-5EB8-082A-5DB9-CD2C1605DE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E455CA-850E-6A9C-AC54-3ADE3304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C9A586-EB72-856D-C74E-7E93045F32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23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13462E4-BE74-6314-D1F9-D660E58B22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40CC55-2BF3-D51D-2C93-8D2B7435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D282D1-2E67-EC24-899C-7883177ADC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974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 userDrawn="1">
  <p:cSld name="Closing slide">
    <p:bg>
      <p:bgPr>
        <a:gradFill>
          <a:gsLst>
            <a:gs pos="0">
              <a:srgbClr val="7E00C8"/>
            </a:gs>
            <a:gs pos="100000">
              <a:srgbClr val="D500AE"/>
            </a:gs>
          </a:gsLst>
          <a:lin ang="54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63;p43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17343640-7F3C-5387-8379-8DAB932749B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6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8;p43">
            <a:extLst>
              <a:ext uri="{FF2B5EF4-FFF2-40B4-BE49-F238E27FC236}">
                <a16:creationId xmlns:a16="http://schemas.microsoft.com/office/drawing/2014/main" id="{5B5C72F0-EF3A-1BF0-FCE9-3881A79BFFFE}"/>
              </a:ext>
            </a:extLst>
          </p:cNvPr>
          <p:cNvSpPr txBox="1"/>
          <p:nvPr userDrawn="1"/>
        </p:nvSpPr>
        <p:spPr>
          <a:xfrm>
            <a:off x="4515225" y="217900"/>
            <a:ext cx="42570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3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oogle Shape;865;p43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40423B7C-2FFF-E085-8E5A-55210F71F0CF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7;p43">
            <a:extLst>
              <a:ext uri="{FF2B5EF4-FFF2-40B4-BE49-F238E27FC236}">
                <a16:creationId xmlns:a16="http://schemas.microsoft.com/office/drawing/2014/main" id="{ED3B3E03-F5A5-E5FD-8B8E-9DCCC1210830}"/>
              </a:ext>
            </a:extLst>
          </p:cNvPr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March 2025</a:t>
            </a:r>
            <a:endParaRPr sz="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85;p19">
            <a:extLst>
              <a:ext uri="{FF2B5EF4-FFF2-40B4-BE49-F238E27FC236}">
                <a16:creationId xmlns:a16="http://schemas.microsoft.com/office/drawing/2014/main" id="{A92E0454-DA45-9D74-C445-6B31E0CA5923}"/>
              </a:ext>
            </a:extLst>
          </p:cNvPr>
          <p:cNvSpPr/>
          <p:nvPr userDrawn="1"/>
        </p:nvSpPr>
        <p:spPr>
          <a:xfrm>
            <a:off x="4712924" y="4686300"/>
            <a:ext cx="1706675" cy="23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0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3D1DB81-AD88-B8FA-C18F-3775E3447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BD764E4-B75C-C602-A569-7EAFF1A26949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5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43300" y="273844"/>
            <a:ext cx="497205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D5999-0963-4640-9676-7114E952CA76}" type="datetime1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456CDAA9-69DA-F36E-BC45-FDD1BD9B9761}"/>
              </a:ext>
            </a:extLst>
          </p:cNvPr>
          <p:cNvPicPr preferRelativeResize="0"/>
          <p:nvPr userDrawn="1"/>
        </p:nvPicPr>
        <p:blipFill rotWithShape="1">
          <a:blip r:embed="rId45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E42F7E32-8C5F-5BFF-E67F-F3BC4381B84B}"/>
              </a:ext>
            </a:extLst>
          </p:cNvPr>
          <p:cNvPicPr preferRelativeResize="0"/>
          <p:nvPr userDrawn="1"/>
        </p:nvPicPr>
        <p:blipFill rotWithShape="1">
          <a:blip r:embed="rId46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5">
            <a:extLst>
              <a:ext uri="{FF2B5EF4-FFF2-40B4-BE49-F238E27FC236}">
                <a16:creationId xmlns:a16="http://schemas.microsoft.com/office/drawing/2014/main" id="{B20C1159-17A7-1728-EC63-5D47B1FD4EB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45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55" r:id="rId2"/>
    <p:sldLayoutId id="2147483756" r:id="rId3"/>
    <p:sldLayoutId id="2147483770" r:id="rId4"/>
    <p:sldLayoutId id="2147483771" r:id="rId5"/>
    <p:sldLayoutId id="2147483772" r:id="rId6"/>
    <p:sldLayoutId id="2147483692" r:id="rId7"/>
    <p:sldLayoutId id="2147483694" r:id="rId8"/>
    <p:sldLayoutId id="2147483705" r:id="rId9"/>
    <p:sldLayoutId id="2147483707" r:id="rId10"/>
    <p:sldLayoutId id="2147483709" r:id="rId11"/>
    <p:sldLayoutId id="2147483711" r:id="rId12"/>
    <p:sldLayoutId id="2147483757" r:id="rId13"/>
    <p:sldLayoutId id="2147483759" r:id="rId14"/>
    <p:sldLayoutId id="2147483761" r:id="rId15"/>
    <p:sldLayoutId id="2147483763" r:id="rId16"/>
    <p:sldLayoutId id="2147483765" r:id="rId17"/>
    <p:sldLayoutId id="2147483767" r:id="rId18"/>
    <p:sldLayoutId id="2147483690" r:id="rId19"/>
    <p:sldLayoutId id="2147483696" r:id="rId20"/>
    <p:sldLayoutId id="2147483713" r:id="rId21"/>
    <p:sldLayoutId id="2147483715" r:id="rId22"/>
    <p:sldLayoutId id="2147483717" r:id="rId23"/>
    <p:sldLayoutId id="2147483719" r:id="rId24"/>
    <p:sldLayoutId id="2147483678" r:id="rId25"/>
    <p:sldLayoutId id="2147483698" r:id="rId26"/>
    <p:sldLayoutId id="2147483731" r:id="rId27"/>
    <p:sldLayoutId id="2147483733" r:id="rId28"/>
    <p:sldLayoutId id="2147483735" r:id="rId29"/>
    <p:sldLayoutId id="2147483737" r:id="rId30"/>
    <p:sldLayoutId id="2147483680" r:id="rId31"/>
    <p:sldLayoutId id="2147483702" r:id="rId32"/>
    <p:sldLayoutId id="2147483739" r:id="rId33"/>
    <p:sldLayoutId id="2147483741" r:id="rId34"/>
    <p:sldLayoutId id="2147483743" r:id="rId35"/>
    <p:sldLayoutId id="2147483745" r:id="rId36"/>
    <p:sldLayoutId id="2147483747" r:id="rId37"/>
    <p:sldLayoutId id="2147483749" r:id="rId38"/>
    <p:sldLayoutId id="2147483751" r:id="rId39"/>
    <p:sldLayoutId id="2147483753" r:id="rId40"/>
    <p:sldLayoutId id="2147483681" r:id="rId41"/>
    <p:sldLayoutId id="2147483703" r:id="rId42"/>
    <p:sldLayoutId id="214748367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231775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bg2"/>
        </a:buClr>
        <a:buFont typeface="Poppins" panose="00000500000000000000" pitchFamily="2" charset="0"/>
        <a:buChar char="&gt;"/>
        <a:tabLst>
          <a:tab pos="1371600" algn="l"/>
        </a:tabLst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396875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Poppins" panose="00000500000000000000" pitchFamily="2" charset="0"/>
        <a:buChar char="&gt;"/>
        <a:defRPr sz="9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569913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accent6"/>
        </a:buClr>
        <a:buFont typeface="Poppins" panose="00000500000000000000" pitchFamily="2" charset="0"/>
        <a:buChar char="&gt;"/>
        <a:defRPr sz="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741363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5"/>
        </a:buClr>
        <a:buFont typeface="Poppins" panose="00000500000000000000" pitchFamily="2" charset="0"/>
        <a:buChar char="&gt;"/>
        <a:defRPr sz="7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image" Target="../media/fig1_nav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image" Target="../media/fig2_pkm2_ppard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image" Target="../media/fig3_pathway.pn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ody border rectangle -->
      <p:sp>
        <p:nvSpPr>
          <p:cNvPr id="2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!-- Chip (placeholder override, body idx=15) -->
      <p:sp>
        <p:nvSpPr>
          <p:cNvPr id="3" name="Chip"/>
          <p:cNvSpPr>
            <a:spLocks/>
          </p:cNvSpPr>
          <p:nvPr>
            <p:ph type="body" sz="quarter" idx="15"/>
          </p:nvPr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 wrap="none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7300BF"/>
                </a:solidFill>
                <a:latin typeface="Poppins"/>
              </a:rPr>
              <a:t>BOLTZ</a:t>
            </a:r>
          </a:p>
        </p:txBody>
      </p:sp>
      <!-- Title (placeholder override) --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210000" y="252986"/>
            <a:ext cx="7500000" cy="31952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latin typeface="Poppins"/>
              </a:rPr>
              <a:t>Boltz-2 on Nav family: best-case middle ground</a:t>
            </a:r>
          </a:p>
        </p:txBody>
      </p:sp>
      <!-- Subtitle placeholder OVERRIDE (empty to suppress prompt) -->
      <p:sp>
        <p:nvSpPr>
          <p:cNvPr id="5" name="SubtitleEmpty"/>
          <p:cNvSpPr>
            <a:spLocks noGrp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</p:spPr>
        <p:txBody>
          <a:bodyPr/>
          <a:lstStyle/>
          <a:p>
            <a:pPr>
              <a:buNone/>
            </a:pPr>
            <a:endParaRPr lang="en-US" sz="100"/>
          </a:p>
        </p:txBody>
      </p:sp>
      <!-- Figure embedded (large, central inside the body rect) -->
      <p:pic>
        <p:nvPicPr>
          <p:cNvPr id="6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780000"/>
            <a:ext cx="8380000" cy="3050000"/>
          </a:xfrm>
          <a:prstGeom prst="rect">
            <a:avLst/>
          </a:prstGeom>
        </p:spPr>
      </p:pic>
      <!-- Content body OVERRIDE (verdict line below figure) -->
      <p:sp>
        <p:nvSpPr>
          <p:cNvPr id="7" name="Verdict"/>
          <p:cNvSpPr>
            <a:spLocks noGrp="1"/>
          </p:cNvSpPr>
          <p:nvPr>
            <p:ph idx="1"/>
          </p:nvPr>
        </p:nvSpPr>
        <p:spPr>
          <a:xfrm>
            <a:off x="380000" y="3920000"/>
            <a:ext cx="8380000" cy="700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9C02FA"/>
                </a:solidFill>
                <a:latin typeface="Poppins"/>
              </a:rPr>
              <a:t>Verdict.  </a:t>
            </a:r>
            <a:r>
              <a:rPr lang="en-US" sz="1000" dirty="0">
                <a:solidFill>
                  <a:srgbClr val="000000"/>
                </a:solidFill>
                <a:latin typeface="Poppins"/>
              </a:rPr>
              <a:t>Off-the-shelf Boltz beats MAMMAL/ConPLex on Nav, nails mTOR-rapamycin, but selectivity across Nav paralogs is narrow — useful as a pre-filter, not as a confident oracle.</a:t>
            </a:r>
          </a:p>
        </p:txBody>
      </p:sp>
      <!-- Slide number placeholder -->
      <p:sp>
        <p:nvSpPr>
          <p:cNvPr id="8" name="SlideNum"/>
          <p:cNvSpPr>
            <a:spLocks noGrp="1"/>
          </p:cNvSpPr>
          <p:nvPr>
            <p:ph type="sldNum" sz="quarter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fld id="{ABCDEF12-3456-7890-ABCD-EF1234567890}" type="slidenum">
              <a:rPr lang="en-US" sz="700" dirty="0">
                <a:latin typeface="Poppins"/>
              </a:rPr>
              <a:t>1</a:t>
            </a:fld>
            <a:endParaRPr lang="en-US" sz="700" dirty="0"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ody border rectangle -->
      <p:sp>
        <p:nvSpPr>
          <p:cNvPr id="2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!-- Chip (placeholder override, body idx=15) -->
      <p:sp>
        <p:nvSpPr>
          <p:cNvPr id="3" name="Chip"/>
          <p:cNvSpPr>
            <a:spLocks/>
          </p:cNvSpPr>
          <p:nvPr>
            <p:ph type="body" sz="quarter" idx="15"/>
          </p:nvPr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 wrap="none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7300BF"/>
                </a:solidFill>
                <a:latin typeface="Poppins"/>
              </a:rPr>
              <a:t>BOLTZ</a:t>
            </a:r>
          </a:p>
        </p:txBody>
      </p:sp>
      <!-- Title (placeholder override) --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210000" y="252986"/>
            <a:ext cx="7500000" cy="31952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latin typeface="Poppins"/>
              </a:rPr>
              <a:t>Ben's TSC2 deconvolution: PKM2 dimer fix worked, PPARD still inconclusive</a:t>
            </a:r>
          </a:p>
        </p:txBody>
      </p:sp>
      <!-- Subtitle placeholder OVERRIDE (empty to suppress prompt) -->
      <p:sp>
        <p:nvSpPr>
          <p:cNvPr id="5" name="SubtitleEmpty"/>
          <p:cNvSpPr>
            <a:spLocks noGrp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</p:spPr>
        <p:txBody>
          <a:bodyPr/>
          <a:lstStyle/>
          <a:p>
            <a:pPr>
              <a:buNone/>
            </a:pPr>
            <a:endParaRPr lang="en-US" sz="100"/>
          </a:p>
        </p:txBody>
      </p:sp>
      <!-- Figure embedded (large, central inside the body rect) -->
      <p:pic>
        <p:nvPicPr>
          <p:cNvPr id="6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780000"/>
            <a:ext cx="8380000" cy="3050000"/>
          </a:xfrm>
          <a:prstGeom prst="rect">
            <a:avLst/>
          </a:prstGeom>
        </p:spPr>
      </p:pic>
      <!-- Content body OVERRIDE (verdict line below figure) -->
      <p:sp>
        <p:nvSpPr>
          <p:cNvPr id="7" name="Verdict"/>
          <p:cNvSpPr>
            <a:spLocks noGrp="1"/>
          </p:cNvSpPr>
          <p:nvPr>
            <p:ph idx="1"/>
          </p:nvPr>
        </p:nvSpPr>
        <p:spPr>
          <a:xfrm>
            <a:off x="380000" y="3920000"/>
            <a:ext cx="8380000" cy="700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9C02FA"/>
                </a:solidFill>
                <a:latin typeface="Poppins"/>
              </a:rPr>
              <a:t>Verdict.  </a:t>
            </a:r>
            <a:r>
              <a:rPr lang="en-US" sz="1000" dirty="0">
                <a:solidFill>
                  <a:srgbClr val="000000"/>
                </a:solidFill>
                <a:latin typeface="Poppins"/>
              </a:rPr>
              <a:t>PKM2-dimer modeling rescues Dasa-58 calibration → QS0113172 REFUTED as a PKM2 binder. PPARD positive control is covalent (GSK 3787 at Cys249) — Boltz models only reversible binding, so PPARD remains inconclusive. Needs ABPP / thermal shift.</a:t>
            </a:r>
          </a:p>
        </p:txBody>
      </p:sp>
      <!-- Slide number placeholder -->
      <p:sp>
        <p:nvSpPr>
          <p:cNvPr id="8" name="SlideNum"/>
          <p:cNvSpPr>
            <a:spLocks noGrp="1"/>
          </p:cNvSpPr>
          <p:nvPr>
            <p:ph type="sldNum" sz="quarter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fld id="{ABCDEF12-3456-7890-ABCD-EF1234567890}" type="slidenum">
              <a:rPr lang="en-US" sz="700" dirty="0">
                <a:latin typeface="Poppins"/>
              </a:rPr>
              <a:t>1</a:t>
            </a:fld>
            <a:endParaRPr lang="en-US" sz="700" dirty="0">
              <a:latin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ody border rectangle -->
      <p:sp>
        <p:nvSpPr>
          <p:cNvPr id="2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!-- Chip (placeholder override, body idx=15) -->
      <p:sp>
        <p:nvSpPr>
          <p:cNvPr id="3" name="Chip"/>
          <p:cNvSpPr>
            <a:spLocks/>
          </p:cNvSpPr>
          <p:nvPr>
            <p:ph type="body" sz="quarter" idx="15"/>
          </p:nvPr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 wrap="none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7300BF"/>
                </a:solidFill>
                <a:latin typeface="Poppins"/>
              </a:rPr>
              <a:t>BOLTZ</a:t>
            </a:r>
          </a:p>
        </p:txBody>
      </p:sp>
      <!-- Title (placeholder override) --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210000" y="252986"/>
            <a:ext cx="7500000" cy="31952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0000"/>
                </a:solidFill>
                <a:latin typeface="Poppins"/>
              </a:rPr>
              <a:t>Pathway-neighbor panel: James's hypothesis empirically refuted on 4 of 5 targets</a:t>
            </a:r>
          </a:p>
        </p:txBody>
      </p:sp>
      <!-- Subtitle placeholder OVERRIDE (empty to suppress prompt) -->
      <p:sp>
        <p:nvSpPr>
          <p:cNvPr id="5" name="SubtitleEmpty"/>
          <p:cNvSpPr>
            <a:spLocks noGrp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</p:spPr>
        <p:txBody>
          <a:bodyPr/>
          <a:lstStyle/>
          <a:p>
            <a:pPr>
              <a:buNone/>
            </a:pPr>
            <a:endParaRPr lang="en-US" sz="100"/>
          </a:p>
        </p:txBody>
      </p:sp>
      <!-- Figure embedded (large, central inside the body rect) -->
      <p:pic>
        <p:nvPicPr>
          <p:cNvPr id="6" name="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780000"/>
            <a:ext cx="8380000" cy="3050000"/>
          </a:xfrm>
          <a:prstGeom prst="rect">
            <a:avLst/>
          </a:prstGeom>
        </p:spPr>
      </p:pic>
      <!-- Content body OVERRIDE (verdict line below figure) -->
      <p:sp>
        <p:nvSpPr>
          <p:cNvPr id="7" name="Verdict"/>
          <p:cNvSpPr>
            <a:spLocks noGrp="1"/>
          </p:cNvSpPr>
          <p:nvPr>
            <p:ph idx="1"/>
          </p:nvPr>
        </p:nvSpPr>
        <p:spPr>
          <a:xfrm>
            <a:off x="380000" y="3920000"/>
            <a:ext cx="8380000" cy="700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9C02FA"/>
                </a:solidFill>
                <a:latin typeface="Poppins"/>
              </a:rPr>
              <a:t>Verdict.  </a:t>
            </a:r>
            <a:r>
              <a:rPr lang="en-US" sz="1000" dirty="0">
                <a:solidFill>
                  <a:srgbClr val="000000"/>
                </a:solidFill>
                <a:latin typeface="Poppins"/>
              </a:rPr>
              <a:t>23-complex overnight panel (LDHA, mTOR-kin, PPARA-LBD, RXRA-LBD, PKM1). 4 of 5 calibrated targets REFUTE the QS compounds. PKM1 monomer calibration failed (same architectural issue as PKM2). Recommended next: chemoproteomic pull-down (ABPP) — unbiased target ID.</a:t>
            </a:r>
          </a:p>
        </p:txBody>
      </p:sp>
      <!-- Slide number placeholder -->
      <p:sp>
        <p:nvSpPr>
          <p:cNvPr id="8" name="SlideNum"/>
          <p:cNvSpPr>
            <a:spLocks noGrp="1"/>
          </p:cNvSpPr>
          <p:nvPr>
            <p:ph type="sldNum" sz="quarter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fld id="{ABCDEF12-3456-7890-ABCD-EF1234567890}" type="slidenum">
              <a:rPr lang="en-US" sz="700" dirty="0">
                <a:latin typeface="Poppins"/>
              </a:rPr>
              <a:t>1</a:t>
            </a:fld>
            <a:endParaRPr lang="en-US" sz="700" dirty="0"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7300BF"/>
      </a:dk2>
      <a:lt2>
        <a:srgbClr val="9C02FA"/>
      </a:lt2>
      <a:accent1>
        <a:srgbClr val="CAA1FF"/>
      </a:accent1>
      <a:accent2>
        <a:srgbClr val="C20CA9"/>
      </a:accent2>
      <a:accent3>
        <a:srgbClr val="FF85FF"/>
      </a:accent3>
      <a:accent4>
        <a:srgbClr val="FEEBFF"/>
      </a:accent4>
      <a:accent5>
        <a:srgbClr val="F51D3F"/>
      </a:accent5>
      <a:accent6>
        <a:srgbClr val="F9788B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5651</TotalTime>
  <Words>5</Words>
  <Application>Microsoft Office PowerPoint</Application>
  <PresentationFormat>On-screen Show (16:9)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Poppins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Grooms</dc:creator>
  <cp:lastModifiedBy>Jennifer Grooms</cp:lastModifiedBy>
  <cp:revision>74</cp:revision>
  <dcterms:created xsi:type="dcterms:W3CDTF">2025-04-22T21:23:48Z</dcterms:created>
  <dcterms:modified xsi:type="dcterms:W3CDTF">2025-04-28T17:03:50Z</dcterms:modified>
</cp:coreProperties>
</file>